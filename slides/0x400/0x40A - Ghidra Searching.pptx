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304" r:id="rId4"/>
    <p:sldId id="310" r:id="rId5"/>
    <p:sldId id="303" r:id="rId6"/>
    <p:sldId id="305" r:id="rId7"/>
    <p:sldId id="306" r:id="rId8"/>
    <p:sldId id="299" r:id="rId9"/>
    <p:sldId id="307" r:id="rId10"/>
    <p:sldId id="297" r:id="rId11"/>
    <p:sldId id="308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8F2B04-C695-4964-AD19-3F09E0D90417}">
          <p14:sldIdLst>
            <p14:sldId id="256"/>
            <p14:sldId id="300"/>
            <p14:sldId id="304"/>
            <p14:sldId id="310"/>
            <p14:sldId id="303"/>
            <p14:sldId id="305"/>
            <p14:sldId id="306"/>
            <p14:sldId id="299"/>
            <p14:sldId id="307"/>
            <p14:sldId id="29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2" y="1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2023-11-01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0x40A – Searching in </a:t>
            </a:r>
            <a:r>
              <a:rPr lang="en-US" dirty="0" err="1"/>
              <a:t>Ghidra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E238-D1BE-D81A-EF21-329019EF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Searching…</a:t>
            </a:r>
          </a:p>
        </p:txBody>
      </p:sp>
    </p:spTree>
    <p:extLst>
      <p:ext uri="{BB962C8B-B14F-4D97-AF65-F5344CB8AC3E}">
        <p14:creationId xmlns:p14="http://schemas.microsoft.com/office/powerpoint/2010/main" val="411073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3FDA2-6E95-C6B9-211D-E1A0A286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Searching… Program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1E5A0-809C-D7B1-0506-3C81A519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24" y="2701639"/>
            <a:ext cx="3726503" cy="2293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E9A5B3-5259-55DF-91D4-198D28CD3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61790"/>
            <a:ext cx="3657917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8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D8BB-3B52-5B72-11FC-CD149FCF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Uses of Program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FACA-4F6F-E860-74F4-12E84EDFC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Can be helpful when you have ideas about program flow, looking for specific instructions.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Can find decoded constants, such as jump locations which are just stored as offsets, and other things that won’t show up by just searching memory.</a:t>
            </a:r>
          </a:p>
        </p:txBody>
      </p:sp>
    </p:spTree>
    <p:extLst>
      <p:ext uri="{BB962C8B-B14F-4D97-AF65-F5344CB8AC3E}">
        <p14:creationId xmlns:p14="http://schemas.microsoft.com/office/powerpoint/2010/main" val="421201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2743-63A5-AC3B-D676-6A7F5460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Searching… Scalars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7B490-9A1C-205A-B38E-EDCF33FF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84" y="1690688"/>
            <a:ext cx="4375389" cy="3716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9C813-CDB0-3C9C-2B19-F611274B7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179" y="2165760"/>
            <a:ext cx="3886537" cy="276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0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6439-32CF-43F1-AD01-F1C88F40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Searching… Scalars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6F5B1-CE5C-89BB-9948-E20F810B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This will search for known scalars, which are constant values used in the program.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This can be helpful when you know some specific constant is used for e.g.:</a:t>
            </a:r>
          </a:p>
          <a:p>
            <a:r>
              <a:rPr lang="en-CA" dirty="0"/>
              <a:t>A specific constant in a communications protocol</a:t>
            </a:r>
          </a:p>
          <a:p>
            <a:r>
              <a:rPr lang="en-CA" dirty="0"/>
              <a:t>A specific constant in an algorithm</a:t>
            </a:r>
          </a:p>
        </p:txBody>
      </p:sp>
    </p:spTree>
    <p:extLst>
      <p:ext uri="{BB962C8B-B14F-4D97-AF65-F5344CB8AC3E}">
        <p14:creationId xmlns:p14="http://schemas.microsoft.com/office/powerpoint/2010/main" val="342047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FBD0-91BE-A0BD-60B2-B5F2A9A5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Scalar Searching Fails?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F381-8789-7173-B22E-FFD8DE1C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 few caveats that can cause this to fail:</a:t>
            </a:r>
          </a:p>
          <a:p>
            <a:r>
              <a:rPr lang="en-CA" dirty="0"/>
              <a:t>If program is not disassembled, won’t know it’s a scalar.</a:t>
            </a:r>
          </a:p>
          <a:p>
            <a:r>
              <a:rPr lang="en-CA" dirty="0"/>
              <a:t>Optimization may change the constant if part of a larger equation, due to equation rearranging.</a:t>
            </a:r>
          </a:p>
          <a:p>
            <a:r>
              <a:rPr lang="en-CA" dirty="0"/>
              <a:t>Specific scalars which are non-integers may be stored in an unknown format.</a:t>
            </a:r>
          </a:p>
        </p:txBody>
      </p:sp>
    </p:spTree>
    <p:extLst>
      <p:ext uri="{BB962C8B-B14F-4D97-AF65-F5344CB8AC3E}">
        <p14:creationId xmlns:p14="http://schemas.microsoft.com/office/powerpoint/2010/main" val="416029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2743-63A5-AC3B-D676-6A7F5460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Searching…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E97D6-8E59-DEDE-CE6D-055CFD5EE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03" y="2370190"/>
            <a:ext cx="4115157" cy="2270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DACB6-3AE8-22F2-3D54-B01B60473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461" y="1690688"/>
            <a:ext cx="3345470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4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621AD-751D-A743-D8CE-6054B3A8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7F9DC-72B1-8EB2-2869-895D5A25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Memory searches can be set to search “All Blocks”. Can search for specific values or byte sequences.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Byte sequences are </a:t>
            </a:r>
            <a:r>
              <a:rPr lang="en-CA" i="1" dirty="0"/>
              <a:t>very helpful</a:t>
            </a:r>
            <a:r>
              <a:rPr lang="en-CA" dirty="0"/>
              <a:t>, as you can find lots of things:</a:t>
            </a:r>
          </a:p>
          <a:p>
            <a:r>
              <a:rPr lang="en-CA" dirty="0"/>
              <a:t>Protocol sequences such as headers.</a:t>
            </a:r>
          </a:p>
          <a:p>
            <a:r>
              <a:rPr lang="en-CA" dirty="0"/>
              <a:t>Look-up tables with known contents.</a:t>
            </a:r>
          </a:p>
          <a:p>
            <a:r>
              <a:rPr lang="en-CA" dirty="0"/>
              <a:t>Constants </a:t>
            </a:r>
          </a:p>
        </p:txBody>
      </p:sp>
    </p:spTree>
    <p:extLst>
      <p:ext uri="{BB962C8B-B14F-4D97-AF65-F5344CB8AC3E}">
        <p14:creationId xmlns:p14="http://schemas.microsoft.com/office/powerpoint/2010/main" val="3812586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BA0F-39ED-E96F-B4BA-E332E950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Identifying Cryptographic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717EF-DA8B-7FFD-A82E-797978270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24" y="1733542"/>
            <a:ext cx="9895992" cy="30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36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CBBE-B338-1818-7814-369DF724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 Memory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0564B-4AF7-3A47-6EF6-34DE882F3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50" y="1602889"/>
            <a:ext cx="7492681" cy="502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2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FC384-06D0-1206-5CF8-759D46DE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 &amp; Static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E4B1-11C0-116D-2CD7-58298B0F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Searching can be useful for determining where functions exist – but there is a natural limit.</a:t>
            </a:r>
          </a:p>
          <a:p>
            <a:endParaRPr lang="en-CA" dirty="0"/>
          </a:p>
          <a:p>
            <a:r>
              <a:rPr lang="en-CA" dirty="0"/>
              <a:t>A better solution is to use </a:t>
            </a:r>
            <a:r>
              <a:rPr lang="en-CA" i="1" dirty="0"/>
              <a:t>dynamic</a:t>
            </a:r>
            <a:r>
              <a:rPr lang="en-CA" dirty="0"/>
              <a:t> analysis. With dynamic analysis we use the program “live”, which requires more hardware and setup.</a:t>
            </a:r>
          </a:p>
        </p:txBody>
      </p:sp>
    </p:spTree>
    <p:extLst>
      <p:ext uri="{BB962C8B-B14F-4D97-AF65-F5344CB8AC3E}">
        <p14:creationId xmlns:p14="http://schemas.microsoft.com/office/powerpoint/2010/main" val="3664030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283</Words>
  <Application>Microsoft Office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0x40A – Searching in Ghidra</vt:lpstr>
      <vt:lpstr>Searching…</vt:lpstr>
      <vt:lpstr>Searching… Program Text</vt:lpstr>
      <vt:lpstr>Uses of Program Search</vt:lpstr>
      <vt:lpstr>Searching… Scalars</vt:lpstr>
      <vt:lpstr>Searching… Scalars</vt:lpstr>
      <vt:lpstr>Scalar Searching Fails?</vt:lpstr>
      <vt:lpstr>Searching… Memory</vt:lpstr>
      <vt:lpstr>Searching Memory</vt:lpstr>
      <vt:lpstr>Identifying Cryptographic Functions</vt:lpstr>
      <vt:lpstr>Search Memory Results</vt:lpstr>
      <vt:lpstr>Searching &amp; Static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68</cp:revision>
  <dcterms:created xsi:type="dcterms:W3CDTF">2020-09-07T18:26:19Z</dcterms:created>
  <dcterms:modified xsi:type="dcterms:W3CDTF">2023-11-02T01:04:33Z</dcterms:modified>
</cp:coreProperties>
</file>