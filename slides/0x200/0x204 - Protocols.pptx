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ppt/ink/ink11.xml" ContentType="application/inkml+xml"/>
  <Override PartName="/ppt/ink/ink12.xml" ContentType="application/inkml+xml"/>
  <Override PartName="/ppt/ink/ink13.xml" ContentType="application/inkml+xml"/>
  <Override PartName="/ppt/ink/ink14.xml" ContentType="application/inkml+xml"/>
  <Override PartName="/ppt/ink/ink15.xml" ContentType="application/inkml+xml"/>
  <Override PartName="/ppt/ink/ink16.xml" ContentType="application/inkml+xml"/>
  <Override PartName="/ppt/ink/ink17.xml" ContentType="application/inkml+xml"/>
  <Override PartName="/ppt/ink/ink18.xml" ContentType="application/inkml+xml"/>
  <Override PartName="/ppt/ink/ink19.xml" ContentType="application/inkml+xml"/>
  <Override PartName="/ppt/ink/ink20.xml" ContentType="application/inkml+xml"/>
  <Override PartName="/ppt/ink/ink21.xml" ContentType="application/inkml+xml"/>
  <Override PartName="/ppt/ink/ink22.xml" ContentType="application/inkml+xml"/>
  <Override PartName="/ppt/ink/ink23.xml" ContentType="application/inkml+xml"/>
  <Override PartName="/ppt/ink/ink24.xml" ContentType="application/inkml+xml"/>
  <Override PartName="/ppt/ink/ink25.xml" ContentType="application/inkml+xml"/>
  <Override PartName="/ppt/ink/ink26.xml" ContentType="application/inkml+xml"/>
  <Override PartName="/ppt/ink/ink27.xml" ContentType="application/inkml+xml"/>
  <Override PartName="/ppt/ink/ink28.xml" ContentType="application/inkml+xml"/>
  <Override PartName="/ppt/ink/ink29.xml" ContentType="application/inkml+xml"/>
  <Override PartName="/ppt/ink/ink30.xml" ContentType="application/inkml+xml"/>
  <Override PartName="/ppt/ink/ink31.xml" ContentType="application/inkml+xml"/>
  <Override PartName="/ppt/ink/ink32.xml" ContentType="application/inkml+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8"/>
  </p:notesMasterIdLst>
  <p:sldIdLst>
    <p:sldId id="256" r:id="rId2"/>
    <p:sldId id="291" r:id="rId3"/>
    <p:sldId id="265" r:id="rId4"/>
    <p:sldId id="266" r:id="rId5"/>
    <p:sldId id="267" r:id="rId6"/>
    <p:sldId id="268" r:id="rId7"/>
    <p:sldId id="269" r:id="rId8"/>
    <p:sldId id="270" r:id="rId9"/>
    <p:sldId id="257" r:id="rId10"/>
    <p:sldId id="271" r:id="rId11"/>
    <p:sldId id="272" r:id="rId12"/>
    <p:sldId id="273" r:id="rId13"/>
    <p:sldId id="275" r:id="rId14"/>
    <p:sldId id="274" r:id="rId15"/>
    <p:sldId id="292" r:id="rId16"/>
    <p:sldId id="277" r:id="rId17"/>
    <p:sldId id="258" r:id="rId18"/>
    <p:sldId id="276" r:id="rId19"/>
    <p:sldId id="278" r:id="rId20"/>
    <p:sldId id="279" r:id="rId21"/>
    <p:sldId id="280" r:id="rId22"/>
    <p:sldId id="293" r:id="rId23"/>
    <p:sldId id="287" r:id="rId24"/>
    <p:sldId id="288" r:id="rId25"/>
    <p:sldId id="294" r:id="rId26"/>
    <p:sldId id="289" r:id="rId27"/>
    <p:sldId id="295" r:id="rId28"/>
    <p:sldId id="281" r:id="rId29"/>
    <p:sldId id="284" r:id="rId30"/>
    <p:sldId id="282" r:id="rId31"/>
    <p:sldId id="283" r:id="rId32"/>
    <p:sldId id="285" r:id="rId33"/>
    <p:sldId id="286" r:id="rId34"/>
    <p:sldId id="263" r:id="rId35"/>
    <p:sldId id="296" r:id="rId36"/>
    <p:sldId id="297" r:id="rId37"/>
    <p:sldId id="298" r:id="rId38"/>
    <p:sldId id="299" r:id="rId39"/>
    <p:sldId id="300" r:id="rId40"/>
    <p:sldId id="302" r:id="rId41"/>
    <p:sldId id="303" r:id="rId42"/>
    <p:sldId id="304" r:id="rId43"/>
    <p:sldId id="305" r:id="rId44"/>
    <p:sldId id="307" r:id="rId45"/>
    <p:sldId id="306" r:id="rId46"/>
    <p:sldId id="308" r:id="rId4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9006" autoAdjust="0"/>
    <p:restoredTop sz="94660"/>
  </p:normalViewPr>
  <p:slideViewPr>
    <p:cSldViewPr snapToGrid="0">
      <p:cViewPr varScale="1">
        <p:scale>
          <a:sx n="131" d="100"/>
          <a:sy n="131" d="100"/>
        </p:scale>
        <p:origin x="110" y="82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01T23:49:07.998"/>
    </inkml:context>
    <inkml:brush xml:id="br0">
      <inkml:brushProperty name="width" value="0.05" units="cm"/>
      <inkml:brushProperty name="height" value="0.05" units="cm"/>
      <inkml:brushProperty name="color" value="#E71224"/>
    </inkml:brush>
  </inkml:definitions>
  <inkml:trace contextRef="#ctx0" brushRef="#br0">88 21 919 0 0,'-6'6'246'0'0,"-32"30"2407"0"0,35-34-2288 0 0,0 0 0 0 0,1 0 1 0 0,-1 0-1 0 0,0 0 0 0 0,0 0 0 0 0,0-1 0 0 0,0 1 0 0 0,0-1 0 0 0,0 0 0 0 0,-1 0 0 0 0,1 0 1 0 0,-4 0-1 0 0,7-1-313 0 0,1 0 0 0 0,-1 0 0 0 0,0 0 1 0 0,0 0-1 0 0,0 0 0 0 0,0 0 0 0 0,1 0 1 0 0,-1 0-1 0 0,0 0 0 0 0,0 0 0 0 0,0 0 1 0 0,0-1-1 0 0,0 1 0 0 0,1 0 0 0 0,-1 0 0 0 0,0 0 1 0 0,0 0-1 0 0,0 0 0 0 0,0-1 0 0 0,0 1 1 0 0,0 0-1 0 0,0 0 0 0 0,0 0 0 0 0,0 0 1 0 0,0-1-1 0 0,1 1 0 0 0,-1 0 0 0 0,0 0 1 0 0,0 0-1 0 0,0 0 0 0 0,0-1 0 0 0,0 1 1 0 0,0 0-1 0 0,0 0 0 0 0,0 0 0 0 0,-1-1 0 0 0,1 1 1 0 0,0 0-1 0 0,0 0 0 0 0,0 0 0 0 0,0 0 1 0 0,0 0-1 0 0,0-1 0 0 0,0 1 0 0 0,0 0 1 0 0,0 0-1 0 0,0 0 0 0 0,-1 0 0 0 0,1 0 1 0 0,0-1-1 0 0,0 1 0 0 0,0 0 0 0 0,0 0 0 0 0,0 0 1 0 0,-1 0-1 0 0,1 0 0 0 0,0 0 0 0 0,0 0 1 0 0,0 0-1 0 0,0 0 0 0 0,-1 0 0 0 0,1-1 1 0 0,0 1-1 0 0,0 0 0 0 0,0 0 0 0 0,0 0 1 0 0,-1 0-1 0 0,15-8 2461 0 0,41 5 2201 0 0,26 13-4142 0 0,-44-5 631 0 0,-35-5-725 0 0,57 1-284 0 0,-48 0 70 0 0,1-2-184 0 0,34-1-3 0 0,-34 2 81 0 0,2 1-89 0 0,40 5-5 0 0,-41-5 0 0 0,0 2-11 0 0,37 10-31 0 0,-37-10 31 0 0,-2-1 16 0 0,61 9 87 0 0,-3-1-97 0 0,-9-3-36 0 0,-35-5 19 0 0,42 4-20 0 0,13 0 31 0 0,-5-2 11 0 0,-4 3-11 0 0,15 5 11 0 0,-38-4-42 0 0,-23-4 20 0 0,41 8-20 0 0,20 1 20 0 0,19-4 29 0 0,-21-3-6 0 0,-17-5-54 0 0,20-2 0 0 0,2 0 31 0 0,-14 0-31 0 0,-1-1-11 0 0,-12 1 12 0 0,-32 0 36 0 0,51-4-24 0 0,-4 1 24 0 0,-6-1-25 0 0,6-2 19 0 0,10-1-31 0 0,4 0-11 0 0,-3 2 0 0 0,9-4 53 0 0,-14 3 11 0 0,1-2 14 0 0,8 4 15 0 0,6 0-10 0 0,0-2-17 0 0,-25 0-44 0 0,15-2 20 0 0,14 0 22 0 0,-25 5-42 0 0,20 1 31 0 0,-1 0 11 0 0,-8-1 3 0 0,-2-3 10 0 0,14-3 462 0 0,-9 0 498 0 0,8 2-833 0 0,-1-3-1153 0 0,-11 0 358 0 0,-20 5 575 0 0,12-1 16 0 0,3 2 0 0 0,5 4 0 0 0,20 1 53 0 0,-33-2-31 0 0,10-3 20 0 0,12-2 448 0 0,-14 5 528 0 0,-64 1-865 0 0,54 3-119 0 0,23 3-983 0 0,0 1 365 0 0,-24-1 569 0 0,13 0 30 0 0,-1 2 57 0 0,5 3 9 0 0,7 1-1 0 0,5 0-13 0 0,-5-1-43 0 0,-4-1 18 0 0,13 3 29 0 0,-4 1-6 0 0,7-1-1 0 0,3-3 0 0 0,-8-4 0 0 0,-17-2-41 0 0,18-1 25 0 0,0 0-21 0 0,-22-2 45 0 0,27-2 6 0 0,6-3-22 0 0,16 1 15 0 0,-30 4-59 0 0,44 3 41 0 0,-47-2-42 0 0,34-1 42 0 0,-33 2-42 0 0,87 3-11 0 0,-121-4 0 0 0,8 0 11 0 0,38-3 31 0 0,205 0-31 0 0,-240 1-11 0 0,37 0 11 0 0,8-2 31 0 0,61 4-20 0 0,-119 1 20 0 0,10 1-31 0 0,51 0 42 0 0,-34 2-42 0 0,14 3 0 0 0,3 1 31 0 0,3 0-31 0 0,-5-4-11 0 0,-8 0 0 0 0,-2-1 0 0 0,-2 0 0 0 0,4 1 0 0 0,2 0 0 0 0,-9 1 0 0 0,-7 0 0 0 0,-3 1 11 0 0,3-1 31 0 0,16 0 22 0 0,-23-3-53 0 0,12 0-11 0 0,-6-1 11 0 0,-1-2 31 0 0,-2-1-31 0 0,1 0-11 0 0,2 0 0 0 0,3-2 0 0 0,-1 0 0 0 0,-4-2 0 0 0,-4 0 11 0 0,2-3 31 0 0,1 0-31 0 0,4 0-11 0 0,1 1 0 0 0,11 0 53 0 0,-33 3-42 0 0,24-4 42 0 0,-23 1-42 0 0,12-1-11 0 0,2-1 0 0 0,3 1 0 0 0,-1 0 0 0 0,-6 0 0 0 0,-7-2 0 0 0,0 2 0 0 0,23 0 53 0 0,-23 4-42 0 0,9 1-11 0 0,-4 1 0 0 0,-3-4 0 0 0,5-2 0 0 0,-7-3 0 0 0,-4 1 0 0 0,4 4 0 0 0,4 5 0 0 0,-2 4 0 0 0,-6-2 0 0 0,4 2 0 0 0,-13 4-41 0 0,-42-5-163 0 0,-12 2-177 0 0,2-3 373 0 0,0-1 0 0 0,0 0 0 0 0,1 0 0 0 0,-1 1 1 0 0,0-1-1 0 0,0 0 0 0 0,0 1 0 0 0,0-1 0 0 0,-1 0 0 0 0,1 0 0 0 0,0 1 0 0 0,0-1 1 0 0,0 0-1 0 0,0 1 0 0 0,0-1 0 0 0,0 0 0 0 0,0 0 0 0 0,0 1 0 0 0,-1-1 1 0 0,1 0-1 0 0,0 0 0 0 0,0 0 0 0 0,0 1 0 0 0,0-1 0 0 0,-1 0 0 0 0,1 0 0 0 0,0 0 1 0 0,0 1-1 0 0,-1-1 0 0 0,1 0 0 0 0,0 0 0 0 0,0 0 0 0 0,-1 0 0 0 0,1 0 0 0 0,0 0 1 0 0,0 1-1 0 0,-1-1 0 0 0,1 0 0 0 0,0 0 0 0 0,-1 0 0 0 0,1 0 0 0 0,0 0 1 0 0,0 0-1 0 0,-1 0 0 0 0,1 0 0 0 0,-1-1 0 0 0,-25-6-3233 0 0,15 5-5074 0 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01T23:49:14.563"/>
    </inkml:context>
    <inkml:brush xml:id="br0">
      <inkml:brushProperty name="width" value="0.05" units="cm"/>
      <inkml:brushProperty name="height" value="0.05" units="cm"/>
    </inkml:brush>
  </inkml:definitions>
  <inkml:trace contextRef="#ctx0" brushRef="#br0">0 180 4143 0 0,'4'-4'842'0'0,"0"0"0"0"0,0 0 0 0 0,1 0 0 0 0,-1 1 0 0 0,1 0 0 0 0,0 0 0 0 0,0 0 0 0 0,0 1 0 0 0,0 0 0 0 0,8-3 0 0 0,-6 4-572 0 0,0 0 0 0 0,0 0 0 0 0,0 0 0 0 0,0 1 0 0 0,0 0 0 0 0,0 1 0 0 0,13 2 0 0 0,-1-1 64 0 0,1-2 0 0 0,-1 1 0 0 0,26-4 0 0 0,12 0 164 0 0,303 13 2334 0 0,-191-16-2569 0 0,-136 6-184 0 0,-1 2 0 0 0,43 7 0 0 0,-32-1 61 0 0,-39-7-73 0 0,10 2 10 0 0,66 12 150 0 0,-63-11-217 0 0,52 5 57 0 0,-13-3 0 0 0,-16-1 10 0 0,-13-4-73 0 0,18-3 141 0 0,-23 2-113 0 0,62-4 235 0 0,17-6-122 0 0,-43 6-66 0 0,60-6 65 0 0,-47 6-91 0 0,27-2 11 0 0,-12-1-53 0 0,29-1 42 0 0,-30 6 29 0 0,-25 2-14 0 0,61 1 74 0 0,-37-1-83 0 0,2-3-47 0 0,11-2 41 0 0,-21 1-31 0 0,21-1 20 0 0,18 2 22 0 0,-42 0-53 0 0,18-2-11 0 0,4 1 0 0 0,4 4 0 0 0,23 1 53 0 0,-39 0-42 0 0,24-3 42 0 0,-11-2 11 0 0,5 0 7 0 0,8 0 1 0 0,2 4 0 0 0,-7-2 0 0 0,-5 1 0 0 0,2-2-7 0 0,-12 2-43 0 0,-1 1 20 0 0,-18-1-19 0 0,-38 0 25 0 0,42-1-24 0 0,-37 0 24 0 0,49-3-24 0 0,-3 0 24 0 0,10 1 24 0 0,-20 2-48 0 0,18 1 36 0 0,20-1 12 0 0,0-1-12 0 0,14 1 5 0 0,-54 4-54 0 0,29 0 42 0 0,-25-2-42 0 0,34-3 0 0 0,-4-3 31 0 0,-19 1-31 0 0,2 2-11 0 0,20 2 53 0 0,-35 2-31 0 0,10-2 20 0 0,15-1 22 0 0,12 1 7 0 0,-37 0-48 0 0,18 0 19 0 0,-2 0-31 0 0,-6-4-11 0 0,-5-1 0 0 0,-13 1 11 0 0,-33 3 31 0 0,62-1-31 0 0,-2 3-11 0 0,-6 0 0 0 0,1-1 0 0 0,17 1 0 0 0,4-1 0 0 0,-4 2 0 0 0,-19-1 0 0 0,0 0 0 0 0,16-2 0 0 0,-3-2 0 0 0,-1 0 11 0 0,6 4 31 0 0,3 2-31 0 0,-7-1-11 0 0,-7-1 0 0 0,-4-2 0 0 0,-16-1 75 0 0,23 2 797 0 0,-78 0-363 0 0,0 1-134 0 0,86 0-1527 0 0,-8-3 561 0 0,-37 0 639 0 0,28-2 764 0 0,-72 4-304 0 0,0 0-65 0 0,56 0-294 0 0,34 2-1009 0 0,-40 2 352 0 0,-48-3 65 0 0,-1 1 294 0 0,62 2 133 0 0,7-2 16 0 0,-5-1 0 0 0,-1 3 0 0 0,3 1 0 0 0,2 3 0 0 0,0 2 0 0 0,1 2 0 0 0,9 0 0 0 0,-16-4 64 0 0,-62-5 273 0 0,27 1 381 0 0,15 3 139 0 0,7-2-905 0 0,27 0-1272 0 0,-8-1 728 0 0,89-2 576 0 0,-66 3 16 0 0,-31 0 0 0 0,16 0 0 0 0,-38-2 0 0 0,58-6 0 0 0,98-18 937 0 0,-205 21 41 0 0,10 0-816 0 0,44-3-204 0 0,-21 0-396 0 0,1 4 252 0 0,12 3-1081 0 0,27 2 1251 0 0,-48-3 16 0 0,81 2 0 0 0,-19-3 0 0 0,151 20 0 0 0,-38-1 0 0 0,-158-19-3 0 0,61-8 0 0 0,11 1 73 0 0,-45 10-70 0 0,0 4 0 0 0,127 29 0 0 0,-179-32 0 0 0,176 49 0 0 0,-173-48 0 0 0,0-2 0 0 0,0 0 0 0 0,37 0 0 0 0,-48-4-8 0 0,-9-1-14 0 0,-1 1 0 0 0,0-1 1 0 0,0 1-1 0 0,0 0 1 0 0,0 1-1 0 0,0-1 1 0 0,0 0-1 0 0,0 1 1 0 0,5 1-1 0 0,-11-2-1130 0 0</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01T23:49:15.894"/>
    </inkml:context>
    <inkml:brush xml:id="br0">
      <inkml:brushProperty name="width" value="0.05" units="cm"/>
      <inkml:brushProperty name="height" value="0.05" units="cm"/>
    </inkml:brush>
  </inkml:definitions>
  <inkml:trace contextRef="#ctx0" brushRef="#br0">71 22 1927 0 0,'-2'-1'200'0'0,"-1"0"-1"0"0,0 0 0 0 0,1 1 1 0 0,-1-1-1 0 0,1 1 0 0 0,-1 0 1 0 0,0-1-1 0 0,1 1 0 0 0,-1 1 1 0 0,0-1-1 0 0,0 0 0 0 0,1 0 1 0 0,-4 2-1 0 0,-19 1 2658 0 0,25-3-2783 0 0,0 0-1 0 0,0 0 1 0 0,0 0-1 0 0,1-1 1 0 0,-1 1-1 0 0,0 0 0 0 0,0 0 1 0 0,0 0-1 0 0,0-1 1 0 0,0 1-1 0 0,0 0 1 0 0,1 0-1 0 0,-1-1 1 0 0,0 1-1 0 0,0 0 0 0 0,0 0 1 0 0,0-1-1 0 0,0 1 1 0 0,0 0-1 0 0,0 0 1 0 0,0 0-1 0 0,0-1 1 0 0,0 1-1 0 0,0 0 0 0 0,0 0 1 0 0,0-1-1 0 0,0 1 1 0 0,0 0-1 0 0,-1 0 1 0 0,1-1-1 0 0,0 1 0 0 0,0 0 1 0 0,0 0-1 0 0,0 0 1 0 0,0-1-1 0 0,0 1 1 0 0,-1 0-1 0 0,1 0 1 0 0,0 0-1 0 0,0-1 0 0 0,0 1 1 0 0,0 0-1 0 0,-1 0 1 0 0,1 0-1 0 0,0 0 1 0 0,0 0-1 0 0,-1 0 1 0 0,1-1-1 0 0,0 1 0 0 0,0 0 1 0 0,0 0-1 0 0,-1 0 1 0 0,1 0-1 0 0,0 0 1 0 0,0 0-1 0 0,-1 0 0 0 0,1 0 1 0 0,0 0-1 0 0,0 0 1 0 0,-1 0-1 0 0,20-11 2010 0 0,-9 10-1779 0 0,0 0 1 0 0,0 1-1 0 0,0 0 0 0 0,0 1 1 0 0,0 0-1 0 0,-1 1 0 0 0,16 4 1 0 0,-3-1-83 0 0,-8-3-131 0 0,19 6-186 0 0,1-2 1 0 0,-1-2 0 0 0,1-1-1 0 0,49-2 1 0 0,-64-3-1269 0 0,1 1-4081 0 0</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01T23:49:07.998"/>
    </inkml:context>
    <inkml:brush xml:id="br0">
      <inkml:brushProperty name="width" value="0.05" units="cm"/>
      <inkml:brushProperty name="height" value="0.05" units="cm"/>
      <inkml:brushProperty name="color" value="#E71224"/>
    </inkml:brush>
  </inkml:definitions>
  <inkml:trace contextRef="#ctx0" brushRef="#br0">88 21 919 0 0,'-6'6'246'0'0,"-32"30"2407"0"0,35-34-2288 0 0,0 0 0 0 0,1 0 1 0 0,-1 0-1 0 0,0 0 0 0 0,0 0 0 0 0,0-1 0 0 0,0 1 0 0 0,0-1 0 0 0,0 0 0 0 0,-1 0 0 0 0,1 0 1 0 0,-4 0-1 0 0,7-1-313 0 0,1 0 0 0 0,-1 0 0 0 0,0 0 1 0 0,0 0-1 0 0,0 0 0 0 0,0 0 0 0 0,1 0 1 0 0,-1 0-1 0 0,0 0 0 0 0,0 0 0 0 0,0 0 1 0 0,0-1-1 0 0,0 1 0 0 0,1 0 0 0 0,-1 0 0 0 0,0 0 1 0 0,0 0-1 0 0,0 0 0 0 0,0-1 0 0 0,0 1 1 0 0,0 0-1 0 0,0 0 0 0 0,0 0 0 0 0,0 0 1 0 0,0-1-1 0 0,1 1 0 0 0,-1 0 0 0 0,0 0 1 0 0,0 0-1 0 0,0 0 0 0 0,0-1 0 0 0,0 1 1 0 0,0 0-1 0 0,0 0 0 0 0,0 0 0 0 0,-1-1 0 0 0,1 1 1 0 0,0 0-1 0 0,0 0 0 0 0,0 0 0 0 0,0 0 1 0 0,0 0-1 0 0,0-1 0 0 0,0 1 0 0 0,0 0 1 0 0,0 0-1 0 0,0 0 0 0 0,-1 0 0 0 0,1 0 1 0 0,0-1-1 0 0,0 1 0 0 0,0 0 0 0 0,0 0 0 0 0,0 0 1 0 0,-1 0-1 0 0,1 0 0 0 0,0 0 0 0 0,0 0 1 0 0,0 0-1 0 0,0 0 0 0 0,-1 0 0 0 0,1-1 1 0 0,0 1-1 0 0,0 0 0 0 0,0 0 0 0 0,0 0 1 0 0,-1 0-1 0 0,15-8 2461 0 0,41 5 2201 0 0,26 13-4142 0 0,-44-5 631 0 0,-35-5-725 0 0,57 1-284 0 0,-48 0 70 0 0,1-2-184 0 0,34-1-3 0 0,-34 2 81 0 0,2 1-89 0 0,40 5-5 0 0,-41-5 0 0 0,0 2-11 0 0,37 10-31 0 0,-37-10 31 0 0,-2-1 16 0 0,61 9 87 0 0,-3-1-97 0 0,-9-3-36 0 0,-35-5 19 0 0,42 4-20 0 0,13 0 31 0 0,-5-2 11 0 0,-4 3-11 0 0,15 5 11 0 0,-38-4-42 0 0,-23-4 20 0 0,41 8-20 0 0,20 1 20 0 0,19-4 29 0 0,-21-3-6 0 0,-17-5-54 0 0,20-2 0 0 0,2 0 31 0 0,-14 0-31 0 0,-1-1-11 0 0,-12 1 12 0 0,-32 0 36 0 0,51-4-24 0 0,-4 1 24 0 0,-6-1-25 0 0,6-2 19 0 0,10-1-31 0 0,4 0-11 0 0,-3 2 0 0 0,9-4 53 0 0,-14 3 11 0 0,1-2 14 0 0,8 4 15 0 0,6 0-10 0 0,0-2-17 0 0,-25 0-44 0 0,15-2 20 0 0,14 0 22 0 0,-25 5-42 0 0,20 1 31 0 0,-1 0 11 0 0,-8-1 3 0 0,-2-3 10 0 0,14-3 462 0 0,-9 0 498 0 0,8 2-833 0 0,-1-3-1153 0 0,-11 0 358 0 0,-20 5 575 0 0,12-1 16 0 0,3 2 0 0 0,5 4 0 0 0,20 1 53 0 0,-33-2-31 0 0,10-3 20 0 0,12-2 448 0 0,-14 5 528 0 0,-64 1-865 0 0,54 3-119 0 0,23 3-983 0 0,0 1 365 0 0,-24-1 569 0 0,13 0 30 0 0,-1 2 57 0 0,5 3 9 0 0,7 1-1 0 0,5 0-13 0 0,-5-1-43 0 0,-4-1 18 0 0,13 3 29 0 0,-4 1-6 0 0,7-1-1 0 0,3-3 0 0 0,-8-4 0 0 0,-17-2-41 0 0,18-1 25 0 0,0 0-21 0 0,-22-2 45 0 0,27-2 6 0 0,6-3-22 0 0,16 1 15 0 0,-30 4-59 0 0,44 3 41 0 0,-47-2-42 0 0,34-1 42 0 0,-33 2-42 0 0,87 3-11 0 0,-121-4 0 0 0,8 0 11 0 0,38-3 31 0 0,205 0-31 0 0,-240 1-11 0 0,37 0 11 0 0,8-2 31 0 0,61 4-20 0 0,-119 1 20 0 0,10 1-31 0 0,51 0 42 0 0,-34 2-42 0 0,14 3 0 0 0,3 1 31 0 0,3 0-31 0 0,-5-4-11 0 0,-8 0 0 0 0,-2-1 0 0 0,-2 0 0 0 0,4 1 0 0 0,2 0 0 0 0,-9 1 0 0 0,-7 0 0 0 0,-3 1 11 0 0,3-1 31 0 0,16 0 22 0 0,-23-3-53 0 0,12 0-11 0 0,-6-1 11 0 0,-1-2 31 0 0,-2-1-31 0 0,1 0-11 0 0,2 0 0 0 0,3-2 0 0 0,-1 0 0 0 0,-4-2 0 0 0,-4 0 11 0 0,2-3 31 0 0,1 0-31 0 0,4 0-11 0 0,1 1 0 0 0,11 0 53 0 0,-33 3-42 0 0,24-4 42 0 0,-23 1-42 0 0,12-1-11 0 0,2-1 0 0 0,3 1 0 0 0,-1 0 0 0 0,-6 0 0 0 0,-7-2 0 0 0,0 2 0 0 0,23 0 53 0 0,-23 4-42 0 0,9 1-11 0 0,-4 1 0 0 0,-3-4 0 0 0,5-2 0 0 0,-7-3 0 0 0,-4 1 0 0 0,4 4 0 0 0,4 5 0 0 0,-2 4 0 0 0,-6-2 0 0 0,4 2 0 0 0,-13 4-41 0 0,-42-5-163 0 0,-12 2-177 0 0,2-3 373 0 0,0-1 0 0 0,0 0 0 0 0,1 0 0 0 0,-1 1 1 0 0,0-1-1 0 0,0 0 0 0 0,0 1 0 0 0,0-1 0 0 0,-1 0 0 0 0,1 0 0 0 0,0 1 0 0 0,0-1 1 0 0,0 0-1 0 0,0 1 0 0 0,0-1 0 0 0,0 0 0 0 0,0 0 0 0 0,0 1 0 0 0,-1-1 1 0 0,1 0-1 0 0,0 0 0 0 0,0 0 0 0 0,0 1 0 0 0,0-1 0 0 0,-1 0 0 0 0,1 0 0 0 0,0 0 1 0 0,0 1-1 0 0,-1-1 0 0 0,1 0 0 0 0,0 0 0 0 0,0 0 0 0 0,-1 0 0 0 0,1 0 0 0 0,0 0 1 0 0,0 1-1 0 0,-1-1 0 0 0,1 0 0 0 0,0 0 0 0 0,-1 0 0 0 0,1 0 0 0 0,0 0 1 0 0,0 0-1 0 0,-1 0 0 0 0,1 0 0 0 0,-1-1 0 0 0,-25-6-3233 0 0,15 5-5074 0 0</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01T23:49:14.563"/>
    </inkml:context>
    <inkml:brush xml:id="br0">
      <inkml:brushProperty name="width" value="0.05" units="cm"/>
      <inkml:brushProperty name="height" value="0.05" units="cm"/>
    </inkml:brush>
  </inkml:definitions>
  <inkml:trace contextRef="#ctx0" brushRef="#br0">0 180 4143 0 0,'4'-4'842'0'0,"0"0"0"0"0,0 0 0 0 0,1 0 0 0 0,-1 1 0 0 0,1 0 0 0 0,0 0 0 0 0,0 0 0 0 0,0 1 0 0 0,0 0 0 0 0,8-3 0 0 0,-6 4-572 0 0,0 0 0 0 0,0 0 0 0 0,0 0 0 0 0,0 1 0 0 0,0 0 0 0 0,0 1 0 0 0,13 2 0 0 0,-1-1 64 0 0,1-2 0 0 0,-1 1 0 0 0,26-4 0 0 0,12 0 164 0 0,303 13 2334 0 0,-191-16-2569 0 0,-136 6-184 0 0,-1 2 0 0 0,43 7 0 0 0,-32-1 61 0 0,-39-7-73 0 0,10 2 10 0 0,66 12 150 0 0,-63-11-217 0 0,52 5 57 0 0,-13-3 0 0 0,-16-1 10 0 0,-13-4-73 0 0,18-3 141 0 0,-23 2-113 0 0,62-4 235 0 0,17-6-122 0 0,-43 6-66 0 0,60-6 65 0 0,-47 6-91 0 0,27-2 11 0 0,-12-1-53 0 0,29-1 42 0 0,-30 6 29 0 0,-25 2-14 0 0,61 1 74 0 0,-37-1-83 0 0,2-3-47 0 0,11-2 41 0 0,-21 1-31 0 0,21-1 20 0 0,18 2 22 0 0,-42 0-53 0 0,18-2-11 0 0,4 1 0 0 0,4 4 0 0 0,23 1 53 0 0,-39 0-42 0 0,24-3 42 0 0,-11-2 11 0 0,5 0 7 0 0,8 0 1 0 0,2 4 0 0 0,-7-2 0 0 0,-5 1 0 0 0,2-2-7 0 0,-12 2-43 0 0,-1 1 20 0 0,-18-1-19 0 0,-38 0 25 0 0,42-1-24 0 0,-37 0 24 0 0,49-3-24 0 0,-3 0 24 0 0,10 1 24 0 0,-20 2-48 0 0,18 1 36 0 0,20-1 12 0 0,0-1-12 0 0,14 1 5 0 0,-54 4-54 0 0,29 0 42 0 0,-25-2-42 0 0,34-3 0 0 0,-4-3 31 0 0,-19 1-31 0 0,2 2-11 0 0,20 2 53 0 0,-35 2-31 0 0,10-2 20 0 0,15-1 22 0 0,12 1 7 0 0,-37 0-48 0 0,18 0 19 0 0,-2 0-31 0 0,-6-4-11 0 0,-5-1 0 0 0,-13 1 11 0 0,-33 3 31 0 0,62-1-31 0 0,-2 3-11 0 0,-6 0 0 0 0,1-1 0 0 0,17 1 0 0 0,4-1 0 0 0,-4 2 0 0 0,-19-1 0 0 0,0 0 0 0 0,16-2 0 0 0,-3-2 0 0 0,-1 0 11 0 0,6 4 31 0 0,3 2-31 0 0,-7-1-11 0 0,-7-1 0 0 0,-4-2 0 0 0,-16-1 75 0 0,23 2 797 0 0,-78 0-363 0 0,0 1-134 0 0,86 0-1527 0 0,-8-3 561 0 0,-37 0 639 0 0,28-2 764 0 0,-72 4-304 0 0,0 0-65 0 0,56 0-294 0 0,34 2-1009 0 0,-40 2 352 0 0,-48-3 65 0 0,-1 1 294 0 0,62 2 133 0 0,7-2 16 0 0,-5-1 0 0 0,-1 3 0 0 0,3 1 0 0 0,2 3 0 0 0,0 2 0 0 0,1 2 0 0 0,9 0 0 0 0,-16-4 64 0 0,-62-5 273 0 0,27 1 381 0 0,15 3 139 0 0,7-2-905 0 0,27 0-1272 0 0,-8-1 728 0 0,89-2 576 0 0,-66 3 16 0 0,-31 0 0 0 0,16 0 0 0 0,-38-2 0 0 0,58-6 0 0 0,98-18 937 0 0,-205 21 41 0 0,10 0-816 0 0,44-3-204 0 0,-21 0-396 0 0,1 4 252 0 0,12 3-1081 0 0,27 2 1251 0 0,-48-3 16 0 0,81 2 0 0 0,-19-3 0 0 0,151 20 0 0 0,-38-1 0 0 0,-158-19-3 0 0,61-8 0 0 0,11 1 73 0 0,-45 10-70 0 0,0 4 0 0 0,127 29 0 0 0,-179-32 0 0 0,176 49 0 0 0,-173-48 0 0 0,0-2 0 0 0,0 0 0 0 0,37 0 0 0 0,-48-4-8 0 0,-9-1-14 0 0,-1 1 0 0 0,0-1 1 0 0,0 1-1 0 0,0 0 1 0 0,0 1-1 0 0,0-1 1 0 0,0 0-1 0 0,0 1 1 0 0,5 1-1 0 0,-11-2-1130 0 0</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01T23:49:15.894"/>
    </inkml:context>
    <inkml:brush xml:id="br0">
      <inkml:brushProperty name="width" value="0.05" units="cm"/>
      <inkml:brushProperty name="height" value="0.05" units="cm"/>
    </inkml:brush>
  </inkml:definitions>
  <inkml:trace contextRef="#ctx0" brushRef="#br0">71 22 1927 0 0,'-2'-1'200'0'0,"-1"0"-1"0"0,0 0 0 0 0,1 1 1 0 0,-1-1-1 0 0,1 1 0 0 0,-1 0 1 0 0,0-1-1 0 0,1 1 0 0 0,-1 1 1 0 0,0-1-1 0 0,0 0 0 0 0,1 0 1 0 0,-4 2-1 0 0,-19 1 2658 0 0,25-3-2783 0 0,0 0-1 0 0,0 0 1 0 0,0 0-1 0 0,1-1 1 0 0,-1 1-1 0 0,0 0 0 0 0,0 0 1 0 0,0 0-1 0 0,0-1 1 0 0,0 1-1 0 0,0 0 1 0 0,1 0-1 0 0,-1-1 1 0 0,0 1-1 0 0,0 0 0 0 0,0 0 1 0 0,0-1-1 0 0,0 1 1 0 0,0 0-1 0 0,0 0 1 0 0,0 0-1 0 0,0-1 1 0 0,0 1-1 0 0,0 0 0 0 0,0 0 1 0 0,0-1-1 0 0,0 1 1 0 0,0 0-1 0 0,-1 0 1 0 0,1-1-1 0 0,0 1 0 0 0,0 0 1 0 0,0 0-1 0 0,0 0 1 0 0,0-1-1 0 0,0 1 1 0 0,-1 0-1 0 0,1 0 1 0 0,0 0-1 0 0,0-1 0 0 0,0 1 1 0 0,0 0-1 0 0,-1 0 1 0 0,1 0-1 0 0,0 0 1 0 0,0 0-1 0 0,-1 0 1 0 0,1-1-1 0 0,0 1 0 0 0,0 0 1 0 0,0 0-1 0 0,-1 0 1 0 0,1 0-1 0 0,0 0 1 0 0,0 0-1 0 0,-1 0 0 0 0,1 0 1 0 0,0 0-1 0 0,0 0 1 0 0,-1 0-1 0 0,20-11 2010 0 0,-9 10-1779 0 0,0 0 1 0 0,0 1-1 0 0,0 0 0 0 0,0 1 1 0 0,0 0-1 0 0,-1 1 0 0 0,16 4 1 0 0,-3-1-83 0 0,-8-3-131 0 0,19 6-186 0 0,1-2 1 0 0,-1-2 0 0 0,1-1-1 0 0,49-2 1 0 0,-64-3-1269 0 0,1 1-4081 0 0</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01T23:49:43.590"/>
    </inkml:context>
    <inkml:brush xml:id="br0">
      <inkml:brushProperty name="width" value="0.05" units="cm"/>
      <inkml:brushProperty name="height" value="0.05" units="cm"/>
      <inkml:brushProperty name="color" value="#E71224"/>
    </inkml:brush>
  </inkml:definitions>
  <inkml:trace contextRef="#ctx0" brushRef="#br0">107 1381 1839 0 0,'-8'4'504'0'0,"1"0"0"0"0,-1-1 0 0 0,0 0-1 0 0,0 0 1 0 0,0 0 0 0 0,-1-1 0 0 0,1 0-1 0 0,-1-1 1 0 0,1 0 0 0 0,-13 0 0 0 0,20-1-397 0 0,1-1 0 0 0,0 1 0 0 0,-1 0 0 0 0,1 0 0 0 0,0-1 1 0 0,0 1-1 0 0,-1 0 0 0 0,1 0 0 0 0,0-1 0 0 0,0 1 0 0 0,0 0 1 0 0,0-1-1 0 0,-1 1 0 0 0,1 0 0 0 0,0-1 0 0 0,0 1 0 0 0,0 0 0 0 0,0-1 1 0 0,0 1-1 0 0,0 0 0 0 0,0-1 0 0 0,0 1 0 0 0,0-1 0 0 0,0 1 0 0 0,0 0 1 0 0,0-1-1 0 0,0 1 0 0 0,0 0 0 0 0,0-1 0 0 0,0 1 0 0 0,0 0 1 0 0,1-1-1 0 0,-1 1 0 0 0,0 0 0 0 0,0-1 0 0 0,0 1 0 0 0,1 0 0 0 0,-1 0 1 0 0,0-1-1 0 0,1 0-4 0 0,-1 0 1 0 0,0 1-1 0 0,1-1 1 0 0,-1 0-1 0 0,0 0 1 0 0,1 1-1 0 0,-1-1 1 0 0,1 0-1 0 0,0 1 1 0 0,-1-1-1 0 0,1 1 1 0 0,-1-1 0 0 0,1 1-1 0 0,0-1 1 0 0,-1 1-1 0 0,1-1 1 0 0,0 1-1 0 0,0 0 1 0 0,-1-1-1 0 0,1 1 1 0 0,0 0-1 0 0,0-1 1 0 0,1 1-1 0 0,37 2 2556 0 0,-26-1-2165 0 0,1-1-1 0 0,-1 0 1 0 0,0 0 0 0 0,19-4 0 0 0,21-10 531 0 0,-33 8-592 0 0,1 1 1 0 0,24-3-1 0 0,-38 8-367 0 0,1-1 0 0 0,-1 1 0 0 0,0 1 0 0 0,0-1 0 0 0,0 1 0 0 0,1 0 0 0 0,-1 1 0 0 0,0 0 0 0 0,0 0 0 0 0,8 4 0 0 0,5 4 53 0 0,-10-5-54 0 0,1 0 0 0 0,-1 0 0 0 0,1-1 0 0 0,0 0 0 0 0,0-1 0 0 0,0 0 0 0 0,0-1 0 0 0,13 1 0 0 0,-16-34 57 0 0,6-42 1 0 0,-9-20-38 0 0,-4 0-1 0 0,-12-97 1 0 0,1 22-11 0 0,-9-47 23 0 0,5 85-13 0 0,-6-155 55 0 0,12 159-139 0 0,8 124 0 0 0,1 2 0 0 0,9 4 0 0 0,1 0 0 0 0,-1-1 0 0 0,1 0 0 0 0,0-1 0 0 0,0 0 0 0 0,0-1 0 0 0,11 0 0 0 0,35 5 0 0 0,44 10 0 0 0,0-4 0 0 0,153-2 0 0 0,-103-13 0 0 0,-61-1 0 0 0,123 11 0 0 0,-167-8 192 0 0,-46 22-77 0 0,2 0-1 0 0,6 30 1 0 0,8 56-99 0 0,-6 1 0 0 0,-3 0 0 0 0,-10 126 0 0 0,3-181 23 0 0,3 0 0 0 0,11 63 0 0 0,-13-95-3 0 0,0-1-1 0 0,-1 1 0 0 0,-4 31 0 0 0,1-33-8 0 0,2 1 0 0 0,0 0 0 0 0,2-1-1 0 0,2 21 1 0 0,-2-22 8 0 0,0 1 0 0 0,0-1 0 0 0,-3 21-1 0 0,-1 11 19 0 0,4-49-43 0 0,0 0 0 0 0,-1 0-1 0 0,1 0 1 0 0,0 0 0 0 0,-1 0 0 0 0,1 0 0 0 0,0 0-1 0 0,0 0 1 0 0,0 0 0 0 0,0 0 0 0 0,0-1-1 0 0,0 1 1 0 0,0 0 0 0 0,0-1 0 0 0,0 1 0 0 0,0 0-1 0 0,0-1 1 0 0,1 0 0 0 0,-1 1 0 0 0,0-1-1 0 0,0 0 1 0 0,1 1 0 0 0,-1-1 0 0 0,0 0 0 0 0,0 0-1 0 0,1 0 1 0 0,1 0 0 0 0,18 6-12 0 0,-15-2 2 0 0,1 0 0 0 0,0 0 0 0 0,0-1 0 0 0,0 0 0 0 0,0 0 0 0 0,1 0 0 0 0,-1-1 0 0 0,1-1 0 0 0,-1 1 0 0 0,14 0 0 0 0,9-1 0 0 0,45-3 0 0 0,-3 0 0 0 0,-14 4 0 0 0,-14 2 0 0 0,1-3 0 0 0,0-2 0 0 0,-1-1 0 0 0,0-3 0 0 0,52-11 0 0 0,-82 14 8 0 0,-1 0 0 0 0,1 1 0 0 0,0 0 1 0 0,0 1-1 0 0,0 0 0 0 0,0 2 0 0 0,17 2 0 0 0,43 3-9 0 0,-55-6 1 0 0,-1 1 0 0 0,34 8 0 0 0,-38-6 0 0 0,1-1 0 0 0,-1 0 0 0 0,1-2 0 0 0,0 1 0 0 0,21-2 0 0 0,-33-1 0 0 0,-1 1 0 0 0,1-1 0 0 0,0 0 0 0 0,-1 0 0 0 0,0 0 0 0 0,1 0 0 0 0,-1 0 0 0 0,1 0 0 0 0,-1-1 0 0 0,0 1 0 0 0,0-1 0 0 0,0 0 0 0 0,0 1 0 0 0,0-1 0 0 0,2-3 0 0 0,17-12 0 0 0,11 21 0 0 0,-13-1 0 0 0,53 2 0 0 0,-53-2 0 0 0,0-2 0 0 0,1 0 0 0 0,22-2 0 0 0,82-5 0 0 0,19-1 0 0 0,-115 2 0 0 0,-18 3 0 0 0,1 0 0 0 0,0 1 0 0 0,0 0 0 0 0,0 1 0 0 0,1 0 0 0 0,-1 1 0 0 0,12 2 0 0 0,180 29 0 0 0,-198-30 0 0 0,0-1-1 0 0,0 0 1 0 0,0-1 0 0 0,0 1-1 0 0,0-1 1 0 0,0 0 0 0 0,0-1-1 0 0,0 1 1 0 0,0-1-1 0 0,0 0 1 0 0,-1 0 0 0 0,1 0-1 0 0,0-1 1 0 0,0 1 0 0 0,-1-1-1 0 0,1-1 1 0 0,5-2 0 0 0,-6 1 5 0 0,0 1 0 0 0,0-1 0 0 0,0 0 0 0 0,0 0 0 0 0,-1 0 0 0 0,0-1 0 0 0,1 1 0 0 0,-2-1 0 0 0,1 0 0 0 0,-1 0 0 0 0,1 0 0 0 0,-1 0 1 0 0,-1 0-1 0 0,1 0 0 0 0,1-10 0 0 0,0-11 15 0 0,-1 0-1 0 0,-1 0 1 0 0,-2 1 0 0 0,0-1 0 0 0,-6-27 0 0 0,-1-36-11 0 0,-4-63 49 0 0,5 72-61 0 0,2-89 1 0 0,5 135 2 0 0,-4-35 0 0 0,1 40 0 0 0,1 0 0 0 0,3-31 0 0 0,3 1 0 0 0,-3 28 0 0 0,8-44 0 0 0,1 3 0 0 0,-6 54 0 0 0,-4 15 0 0 0,1 0 0 0 0,-1-1 0 0 0,1 1 0 0 0,0 0 0 0 0,0 0 0 0 0,1-1 0 0 0,-1 1 0 0 0,4-5 0 0 0,-4 7 0 0 0,0 0 0 0 0,0 0 0 0 0,1 0 0 0 0,-1 0 0 0 0,0 1 0 0 0,0-1 0 0 0,1 0 0 0 0,-1 1 0 0 0,1-1 0 0 0,-1 1 0 0 0,0 0 0 0 0,1-1 0 0 0,-1 1 0 0 0,1 0 0 0 0,-1 0 0 0 0,1 0 0 0 0,-1 0 0 0 0,1 0 0 0 0,-1 0 0 0 0,1 0 0 0 0,-1 1 0 0 0,1-1 0 0 0,-1 0 0 0 0,3 2 0 0 0,52 9 0 0 0,1-3 0 0 0,79 3 0 0 0,-74-8 0 0 0,109 19 0 0 0,-128-12 0 0 0,1-1 0 0 0,-1 1 0 0 0,67 27 0 0 0,-107-36 1 0 0,7 4 78 0 0,1 0 0 0 0,0-1-1 0 0,0-1 1 0 0,1 1 0 0 0,-1-2-1 0 0,13 2 1 0 0,-24-4-78 0 0,1 0-101 0 0,0 0-1 0 0,1 0 1 0 0,-1 0-1 0 0,0 0 1 0 0,0 0-1 0 0,0 0 1 0 0,1 0-1 0 0,-1 0 1 0 0,0-1-1 0 0,0 1 1 0 0,0 0-1 0 0,1-1 1 0 0,-1 1-1 0 0,0-1 1 0 0,0 0-1 0 0,0 1 1 0 0,2-2-1 0 0</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01T23:49:45.511"/>
    </inkml:context>
    <inkml:brush xml:id="br0">
      <inkml:brushProperty name="width" value="0.05" units="cm"/>
      <inkml:brushProperty name="height" value="0.05" units="cm"/>
      <inkml:brushProperty name="color" value="#E71224"/>
    </inkml:brush>
  </inkml:definitions>
  <inkml:trace contextRef="#ctx0" brushRef="#br0">61 86 455 0 0,'-3'0'295'0'0,"1"0"-1"0"0,-1 1 1 0 0,1 0-1 0 0,-1 0 0 0 0,1-1 1 0 0,0 2-1 0 0,-1-1 1 0 0,1 0-1 0 0,0 0 0 0 0,0 1 1 0 0,0-1-1 0 0,0 1 1 0 0,0-1-1 0 0,0 1 0 0 0,0 0 1 0 0,1 0-1 0 0,-1 0 1 0 0,1 0-1 0 0,-1 0 0 0 0,1 0 1 0 0,0 0-1 0 0,-1 1 1 0 0,1-1-1 0 0,1 0 0 0 0,-1 1 1 0 0,0-1-1 0 0,0 1 0 0 0,0 4 1 0 0,-2 6 174 0 0,1 0 1 0 0,0 0 0 0 0,0 27-1 0 0,2-35-302 0 0,0 1 0 0 0,1 0 0 0 0,0-1-1 0 0,0 1 1 0 0,1 0 0 0 0,-1-1 0 0 0,1 1-1 0 0,0-1 1 0 0,1 0 0 0 0,-1 0 0 0 0,1 0 0 0 0,3 5-1 0 0,-5-8-89 0 0,1-1 0 0 0,-1 1 0 0 0,0-1 0 0 0,0 0 0 0 0,1 1 0 0 0,-1-1-1 0 0,1 0 1 0 0,-1 0 0 0 0,1 0 0 0 0,-1 0 0 0 0,1 0 0 0 0,0-1 0 0 0,0 1 0 0 0,-1 0-1 0 0,1-1 1 0 0,0 1 0 0 0,0-1 0 0 0,0 0 0 0 0,-1 0 0 0 0,1 1 0 0 0,0-1 0 0 0,0 0-1 0 0,0-1 1 0 0,0 1 0 0 0,-1 0 0 0 0,1 0 0 0 0,0-1 0 0 0,0 1 0 0 0,0-1 0 0 0,-1 0-1 0 0,1 1 1 0 0,0-1 0 0 0,-1 0 0 0 0,1 0 0 0 0,-1 0 0 0 0,1 0 0 0 0,-1 0 0 0 0,1 0 0 0 0,-1-1-1 0 0,3-1 1 0 0,0-1 82 0 0,0 0 0 0 0,0 0 0 0 0,0-1 0 0 0,0 1 0 0 0,0-1 0 0 0,-1 0 0 0 0,0 0 0 0 0,0 0-1 0 0,0 0 1 0 0,-1 0 0 0 0,0-1 0 0 0,0 1 0 0 0,0-1 0 0 0,0 1 0 0 0,-1-1 0 0 0,0 0 0 0 0,0 0 0 0 0,-1 1 0 0 0,0-11 0 0 0,0 8-22 0 0,-2 0 0 0 0,1 0-1 0 0,-1 0 1 0 0,0 0 0 0 0,-1 1 0 0 0,0-1 0 0 0,0 1 0 0 0,-1-1 0 0 0,0 1 0 0 0,0 0 0 0 0,0 0 0 0 0,-1 1 0 0 0,-9-11 0 0 0,-6-8-60 0 0,14 18-181 0 0,1-1 0 0 0,-1 1 0 0 0,0 1-1 0 0,-9-8 1 0 0,15 14 76 0 0,0 0 0 0 0,0-1 0 0 0,0 1-1 0 0,0 0 1 0 0,-1 0 0 0 0,1 0 0 0 0,0 0-1 0 0,0 0 1 0 0,0 0 0 0 0,0 0 0 0 0,0 0 0 0 0,0 0-1 0 0,0 0 1 0 0,0 0 0 0 0,0 0 0 0 0,0-1-1 0 0,0 1 1 0 0,0 0 0 0 0,0 0 0 0 0,-1 0 0 0 0,1 0-1 0 0,0 0 1 0 0,0 0 0 0 0,0 0 0 0 0,0 0-1 0 0,0 0 1 0 0,0 0 0 0 0,0 0 0 0 0,0 0 0 0 0,0 0-1 0 0,-1 0 1 0 0,1 0 0 0 0,0 0 0 0 0,0 0-1 0 0,0 0 1 0 0,0 0 0 0 0,0 0 0 0 0,0 0 0 0 0,0 0-1 0 0,0 0 1 0 0,0 0 0 0 0,0 0 0 0 0,-1 0 0 0 0,1 0-1 0 0,0 1 1 0 0,0-1 0 0 0,0 0 0 0 0,0 0-1 0 0,0 0 1 0 0,0 0 0 0 0,0 0 0 0 0,0 0 0 0 0,0 0-1 0 0,0 0 1 0 0,0 0 0 0 0,0 0 0 0 0,0 0-1 0 0,0 1 1 0 0,0-1 0 0 0,0 0 0 0 0,-1 0 0 0 0,1 0-1 0 0,0 0 1 0 0,0 0 0 0 0,0 0 0 0 0,2 7-1879 0 0,-2-6 1763 0 0,1 5-1291 0 0</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01T23:49:45.953"/>
    </inkml:context>
    <inkml:brush xml:id="br0">
      <inkml:brushProperty name="width" value="0.05" units="cm"/>
      <inkml:brushProperty name="height" value="0.05" units="cm"/>
      <inkml:brushProperty name="color" value="#E71224"/>
    </inkml:brush>
  </inkml:definitions>
  <inkml:trace contextRef="#ctx0" brushRef="#br0">7 113 4143 0 0,'0'1'179'0'0,"-1"-1"-1"0"0,1 1 1 0 0,-1-1-1 0 0,1 1 1 0 0,-1-1-1 0 0,1 1 1 0 0,-1 0-1 0 0,1-1 0 0 0,0 1 1 0 0,-1 0-1 0 0,1 0 1 0 0,0-1-1 0 0,0 1 1 0 0,0 0-1 0 0,-1 0 1 0 0,1-1-1 0 0,0 1 0 0 0,0 0 1 0 0,0 0-1 0 0,0-1 1 0 0,0 1-1 0 0,0 0 1 0 0,1 1-1 0 0,-3 23 1187 0 0,4 1-624 0 0,0 0-1 0 0,9 33 1 0 0,-9-50-627 0 0,0-1 1 0 0,1 1-1 0 0,0-1 0 0 0,0 1 1 0 0,1-1-1 0 0,1 0 1 0 0,-1 0-1 0 0,1-1 0 0 0,0 1 1 0 0,8 8-1 0 0,-12-15-57 0 0,1 0-1 0 0,-1 1 1 0 0,0-1-1 0 0,0 0 0 0 0,0 0 1 0 0,1 0-1 0 0,-1 0 1 0 0,0-1-1 0 0,1 1 0 0 0,-1 0 1 0 0,1 0-1 0 0,-1-1 1 0 0,1 1-1 0 0,-1-1 1 0 0,1 0-1 0 0,-1 1 0 0 0,1-1 1 0 0,0 0-1 0 0,-1 0 1 0 0,1 0-1 0 0,0 0 0 0 0,-1 0 1 0 0,1 0-1 0 0,2-1 1 0 0,-2 0 48 0 0,1 0 0 0 0,-1-1 0 0 0,1 1 0 0 0,-1-1 0 0 0,1 0 0 0 0,-1 1 0 0 0,0-1 0 0 0,0 0 0 0 0,0 0 0 0 0,0 0 0 0 0,0-1 0 0 0,2-3 0 0 0,3-5 256 0 0,-2 0 0 0 0,1 0-1 0 0,-1 0 1 0 0,-1 0 0 0 0,4-17-1 0 0,1-14 335 0 0,-2 0-1 0 0,1-56 0 0 0,-6 20-6385 0 0,-2 71-593 0 0</inkml:trace>
</inkml:ink>
</file>

<file path=ppt/ink/ink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01T23:49:46.898"/>
    </inkml:context>
    <inkml:brush xml:id="br0">
      <inkml:brushProperty name="width" value="0.05" units="cm"/>
      <inkml:brushProperty name="height" value="0.05" units="cm"/>
      <inkml:brushProperty name="color" value="#E71224"/>
    </inkml:brush>
  </inkml:definitions>
  <inkml:trace contextRef="#ctx0" brushRef="#br0">214 1 4143 0 0,'-20'0'2022'0'0,"4"-1"-289"0"0,1 1 0 0 0,-1 1 0 0 0,-24 3 1 0 0,38-3-1568 0 0,-1-1 0 0 0,1 0 0 0 0,-1 1 1 0 0,1 0-1 0 0,0-1 0 0 0,-1 1 0 0 0,1 0 1 0 0,0 0-1 0 0,-1 1 0 0 0,1-1 0 0 0,0 0 1 0 0,0 1-1 0 0,0-1 0 0 0,0 1 1 0 0,0 0-1 0 0,1-1 0 0 0,-1 1 0 0 0,0 0 1 0 0,1 0-1 0 0,-1 0 0 0 0,1 0 0 0 0,0 1 1 0 0,0-1-1 0 0,0 0 0 0 0,0 1 0 0 0,0-1 1 0 0,0 0-1 0 0,0 5 0 0 0,1-4-153 0 0,0 0 0 0 0,0-1 0 0 0,0 1-1 0 0,1 0 1 0 0,0-1 0 0 0,-1 1 0 0 0,1 0 0 0 0,0-1-1 0 0,0 1 1 0 0,1-1 0 0 0,-1 0 0 0 0,0 1 0 0 0,4 3 0 0 0,26 30 129 0 0,-24-29-110 0 0,26 22 70 0 0,-26-23-24 0 0,0-1 1 0 0,-1 1-1 0 0,1 0 1 0 0,-1 0-1 0 0,-1 1 1 0 0,1 0-1 0 0,-1 0 0 0 0,0 0 1 0 0,4 10-1 0 0,-8-16-64 0 0,0 1-1 0 0,-1 0 1 0 0,1 0-1 0 0,-1 0 1 0 0,0 0-1 0 0,0 0 1 0 0,0 0-1 0 0,0 0 1 0 0,0 0-1 0 0,0-1 1 0 0,0 1 0 0 0,-1 0-1 0 0,1 0 1 0 0,-1 0-1 0 0,1 0 1 0 0,-1 0-1 0 0,0-1 1 0 0,1 1-1 0 0,-3 3 1 0 0,1-2 44 0 0,-1 1 1 0 0,0-1 0 0 0,0 0-1 0 0,0 0 1 0 0,-1 0-1 0 0,1 0 1 0 0,-1 0 0 0 0,-4 3-1 0 0,-3 0 67 0 0,0-1-1 0 0,0 0 0 0 0,0 0 1 0 0,0-1-1 0 0,-18 4 0 0 0,27-8-195 0 0,-1 0 0 0 0,1 1 0 0 0,0-1 0 0 0,0 0 0 0 0,0 0 0 0 0,0 0 0 0 0,-1 0 0 0 0,1 0 0 0 0,0-1 0 0 0,0 1 0 0 0,0-1-1 0 0,0 1 1 0 0,0-1 0 0 0,0 0 0 0 0,0 0 0 0 0,0 0 0 0 0,0 0 0 0 0,0 0 0 0 0,0 0 0 0 0,1 0 0 0 0,-1-1 0 0 0,0 1 0 0 0,1-1 0 0 0,-1 1 0 0 0,1-1 0 0 0,-1 1 0 0 0,-1-5 0 0 0,-1 0-490 0 0,1-1 1 0 0,0-1-1 0 0,0 1 0 0 0,1 0 1 0 0,-1-1-1 0 0,-1-11 1 0 0,0-4-4991 0 0</inkml:trace>
</inkml:ink>
</file>

<file path=ppt/ink/ink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01T23:49:47.208"/>
    </inkml:context>
    <inkml:brush xml:id="br0">
      <inkml:brushProperty name="width" value="0.05" units="cm"/>
      <inkml:brushProperty name="height" value="0.05" units="cm"/>
      <inkml:brushProperty name="color" value="#E71224"/>
    </inkml:brush>
  </inkml:definitions>
  <inkml:trace contextRef="#ctx0" brushRef="#br0">1 159 1783 0 0,'2'-4'274'0'0,"1"0"0"0"0,0 0 0 0 0,-1 0 0 0 0,1 0 0 0 0,1 1 0 0 0,-1-1 0 0 0,0 1-1 0 0,1 0 1 0 0,0 0 0 0 0,0 0 0 0 0,0 1 0 0 0,0-1 0 0 0,0 1 0 0 0,0 0 0 0 0,1 0-1 0 0,-1 1 1 0 0,6-2 0 0 0,11-2 1899 0 0,-1 1 0 0 0,39-2 1 0 0,-39 4-777 0 0,0 0 1 0 0,21-5 0 0 0,-25 2-922 0 0,0-2 1 0 0,-1 1-1 0 0,1-2 1 0 0,18-12-1 0 0,14-7-501 0 0,-46 26-212 0 0,-1 1 0 0 0,1-1 0 0 0,-1 0 0 0 0,1 0-1 0 0,0 1 1 0 0,0-1 0 0 0,-1 1 0 0 0,1 0 0 0 0,0 0 0 0 0,0-1 0 0 0,-1 1-1 0 0,1 0 1 0 0,0 0 0 0 0,2 1 0 0 0</inkml:trace>
</inkml:ink>
</file>

<file path=ppt/ink/ink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01T23:49:47.610"/>
    </inkml:context>
    <inkml:brush xml:id="br0">
      <inkml:brushProperty name="width" value="0.05" units="cm"/>
      <inkml:brushProperty name="height" value="0.05" units="cm"/>
      <inkml:brushProperty name="color" value="#E71224"/>
    </inkml:brush>
  </inkml:definitions>
  <inkml:trace contextRef="#ctx0" brushRef="#br0">4 138 2303 0 0,'-4'-39'1667'0'0,"4"37"-1119"0"0,0 0 0 0 0,0 1 0 0 0,0-1 0 0 0,1 1 1 0 0,-1-1-1 0 0,0 1 0 0 0,0-1 0 0 0,1 1 0 0 0,-1-1 0 0 0,1 1 0 0 0,-1-1 0 0 0,2-1 684 0 0,1 35 5314 0 0,-3-25-5784 0 0,13 113-813 0 0,-10-107 160 0 0,0 0 0 0 0,0 0 0 0 0,1 0 0 0 0,1-1 0 0 0,0 1 0 0 0,14 22 0 0 0,-18-32-97 0 0,0-1-1 0 0,1 0 1 0 0,0 1-1 0 0,-1-1 1 0 0,1 0-1 0 0,0 0 1 0 0,0 0-1 0 0,0-1 1 0 0,0 1-1 0 0,1 0 1 0 0,-1-1-1 0 0,0 1 1 0 0,1-1-1 0 0,-1 0 1 0 0,1 0-1 0 0,-1 0 1 0 0,1 0-1 0 0,-1 0 1 0 0,5 0-1 0 0,-5-1 28 0 0,1 0-1 0 0,0 0 1 0 0,0 0-1 0 0,-1-1 1 0 0,1 0-1 0 0,0 1 1 0 0,-1-1-1 0 0,1 0 1 0 0,0 0-1 0 0,-1-1 1 0 0,1 1-1 0 0,-1 0 1 0 0,0-1-1 0 0,1 0 0 0 0,2-2 1 0 0,3-4 127 0 0,0-1 0 0 0,-1 1 0 0 0,0-1 0 0 0,0 0 0 0 0,-1-1 1 0 0,0 0-1 0 0,8-19 0 0 0,-8 15-75 0 0,-1 0 0 0 0,-1 0 1 0 0,0-1-1 0 0,-1 0 0 0 0,0 1 1 0 0,-1-1-1 0 0,-1 0 0 0 0,-1 0 0 0 0,0 0 1 0 0,-1 0-1 0 0,0 0 0 0 0,-1 0 1 0 0,-1 0-1 0 0,-8-26 0 0 0,8 25-332 0 0,3 15 230 0 0,0 1 1 0 0,0 0 0 0 0,0 0-1 0 0,0-1 1 0 0,0 1 0 0 0,0 0-1 0 0,0 0 1 0 0,0-1 0 0 0,0 1-1 0 0,0 0 1 0 0,0 0-1 0 0,0-1 1 0 0,0 1 0 0 0,0 0-1 0 0,0 0 1 0 0,0-1 0 0 0,0 1-1 0 0,0 0 1 0 0,0 0-1 0 0,0-1 1 0 0,0 1 0 0 0,1 0-1 0 0,-1 0 1 0 0,0 0 0 0 0,0-1-1 0 0,0 1 1 0 0,0 0 0 0 0,1 0-1 0 0,-1 0 1 0 0,0-1-1 0 0,0 1 1 0 0,0 0 0 0 0,1 0-1 0 0,-1 0 1 0 0,0 0 0 0 0,0 0-1 0 0,1 0 1 0 0,-1 0 0 0 0,0-1-1 0 0,0 1 1 0 0,1 0-1 0 0,-1 0 1 0 0,0 0 0 0 0,0 0-1 0 0,1 0 1 0 0,-1 0 0 0 0,0 0-1 0 0,1 0 1 0 0,-1 0-1 0 0,0 0 1 0 0,0 1 0 0 0,1-1-1 0 0,-1 0 1 0 0,0 0 0 0 0,0 0-1 0 0,0 0 1 0 0,1 0-1 0 0,4 3-746 0 0</inkml:trace>
</inkml:ink>
</file>

<file path=ppt/ink/ink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01T23:49:07.998"/>
    </inkml:context>
    <inkml:brush xml:id="br0">
      <inkml:brushProperty name="width" value="0.05" units="cm"/>
      <inkml:brushProperty name="height" value="0.05" units="cm"/>
      <inkml:brushProperty name="color" value="#E71224"/>
    </inkml:brush>
  </inkml:definitions>
  <inkml:trace contextRef="#ctx0" brushRef="#br0">88 21 919 0 0,'-6'6'246'0'0,"-32"30"2407"0"0,35-34-2288 0 0,0 0 0 0 0,1 0 1 0 0,-1 0-1 0 0,0 0 0 0 0,0 0 0 0 0,0-1 0 0 0,0 1 0 0 0,0-1 0 0 0,0 0 0 0 0,-1 0 0 0 0,1 0 1 0 0,-4 0-1 0 0,7-1-313 0 0,1 0 0 0 0,-1 0 0 0 0,0 0 1 0 0,0 0-1 0 0,0 0 0 0 0,0 0 0 0 0,1 0 1 0 0,-1 0-1 0 0,0 0 0 0 0,0 0 0 0 0,0 0 1 0 0,0-1-1 0 0,0 1 0 0 0,1 0 0 0 0,-1 0 0 0 0,0 0 1 0 0,0 0-1 0 0,0 0 0 0 0,0-1 0 0 0,0 1 1 0 0,0 0-1 0 0,0 0 0 0 0,0 0 0 0 0,0 0 1 0 0,0-1-1 0 0,1 1 0 0 0,-1 0 0 0 0,0 0 1 0 0,0 0-1 0 0,0 0 0 0 0,0-1 0 0 0,0 1 1 0 0,0 0-1 0 0,0 0 0 0 0,0 0 0 0 0,-1-1 0 0 0,1 1 1 0 0,0 0-1 0 0,0 0 0 0 0,0 0 0 0 0,0 0 1 0 0,0 0-1 0 0,0-1 0 0 0,0 1 0 0 0,0 0 1 0 0,0 0-1 0 0,0 0 0 0 0,-1 0 0 0 0,1 0 1 0 0,0-1-1 0 0,0 1 0 0 0,0 0 0 0 0,0 0 0 0 0,0 0 1 0 0,-1 0-1 0 0,1 0 0 0 0,0 0 0 0 0,0 0 1 0 0,0 0-1 0 0,0 0 0 0 0,-1 0 0 0 0,1-1 1 0 0,0 1-1 0 0,0 0 0 0 0,0 0 0 0 0,0 0 1 0 0,-1 0-1 0 0,15-8 2461 0 0,41 5 2201 0 0,26 13-4142 0 0,-44-5 631 0 0,-35-5-725 0 0,57 1-284 0 0,-48 0 70 0 0,1-2-184 0 0,34-1-3 0 0,-34 2 81 0 0,2 1-89 0 0,40 5-5 0 0,-41-5 0 0 0,0 2-11 0 0,37 10-31 0 0,-37-10 31 0 0,-2-1 16 0 0,61 9 87 0 0,-3-1-97 0 0,-9-3-36 0 0,-35-5 19 0 0,42 4-20 0 0,13 0 31 0 0,-5-2 11 0 0,-4 3-11 0 0,15 5 11 0 0,-38-4-42 0 0,-23-4 20 0 0,41 8-20 0 0,20 1 20 0 0,19-4 29 0 0,-21-3-6 0 0,-17-5-54 0 0,20-2 0 0 0,2 0 31 0 0,-14 0-31 0 0,-1-1-11 0 0,-12 1 12 0 0,-32 0 36 0 0,51-4-24 0 0,-4 1 24 0 0,-6-1-25 0 0,6-2 19 0 0,10-1-31 0 0,4 0-11 0 0,-3 2 0 0 0,9-4 53 0 0,-14 3 11 0 0,1-2 14 0 0,8 4 15 0 0,6 0-10 0 0,0-2-17 0 0,-25 0-44 0 0,15-2 20 0 0,14 0 22 0 0,-25 5-42 0 0,20 1 31 0 0,-1 0 11 0 0,-8-1 3 0 0,-2-3 10 0 0,14-3 462 0 0,-9 0 498 0 0,8 2-833 0 0,-1-3-1153 0 0,-11 0 358 0 0,-20 5 575 0 0,12-1 16 0 0,3 2 0 0 0,5 4 0 0 0,20 1 53 0 0,-33-2-31 0 0,10-3 20 0 0,12-2 448 0 0,-14 5 528 0 0,-64 1-865 0 0,54 3-119 0 0,23 3-983 0 0,0 1 365 0 0,-24-1 569 0 0,13 0 30 0 0,-1 2 57 0 0,5 3 9 0 0,7 1-1 0 0,5 0-13 0 0,-5-1-43 0 0,-4-1 18 0 0,13 3 29 0 0,-4 1-6 0 0,7-1-1 0 0,3-3 0 0 0,-8-4 0 0 0,-17-2-41 0 0,18-1 25 0 0,0 0-21 0 0,-22-2 45 0 0,27-2 6 0 0,6-3-22 0 0,16 1 15 0 0,-30 4-59 0 0,44 3 41 0 0,-47-2-42 0 0,34-1 42 0 0,-33 2-42 0 0,87 3-11 0 0,-121-4 0 0 0,8 0 11 0 0,38-3 31 0 0,205 0-31 0 0,-240 1-11 0 0,37 0 11 0 0,8-2 31 0 0,61 4-20 0 0,-119 1 20 0 0,10 1-31 0 0,51 0 42 0 0,-34 2-42 0 0,14 3 0 0 0,3 1 31 0 0,3 0-31 0 0,-5-4-11 0 0,-8 0 0 0 0,-2-1 0 0 0,-2 0 0 0 0,4 1 0 0 0,2 0 0 0 0,-9 1 0 0 0,-7 0 0 0 0,-3 1 11 0 0,3-1 31 0 0,16 0 22 0 0,-23-3-53 0 0,12 0-11 0 0,-6-1 11 0 0,-1-2 31 0 0,-2-1-31 0 0,1 0-11 0 0,2 0 0 0 0,3-2 0 0 0,-1 0 0 0 0,-4-2 0 0 0,-4 0 11 0 0,2-3 31 0 0,1 0-31 0 0,4 0-11 0 0,1 1 0 0 0,11 0 53 0 0,-33 3-42 0 0,24-4 42 0 0,-23 1-42 0 0,12-1-11 0 0,2-1 0 0 0,3 1 0 0 0,-1 0 0 0 0,-6 0 0 0 0,-7-2 0 0 0,0 2 0 0 0,23 0 53 0 0,-23 4-42 0 0,9 1-11 0 0,-4 1 0 0 0,-3-4 0 0 0,5-2 0 0 0,-7-3 0 0 0,-4 1 0 0 0,4 4 0 0 0,4 5 0 0 0,-2 4 0 0 0,-6-2 0 0 0,4 2 0 0 0,-13 4-41 0 0,-42-5-163 0 0,-12 2-177 0 0,2-3 373 0 0,0-1 0 0 0,0 0 0 0 0,1 0 0 0 0,-1 1 1 0 0,0-1-1 0 0,0 0 0 0 0,0 1 0 0 0,0-1 0 0 0,-1 0 0 0 0,1 0 0 0 0,0 1 0 0 0,0-1 1 0 0,0 0-1 0 0,0 1 0 0 0,0-1 0 0 0,0 0 0 0 0,0 0 0 0 0,0 1 0 0 0,-1-1 1 0 0,1 0-1 0 0,0 0 0 0 0,0 0 0 0 0,0 1 0 0 0,0-1 0 0 0,-1 0 0 0 0,1 0 0 0 0,0 0 1 0 0,0 1-1 0 0,-1-1 0 0 0,1 0 0 0 0,0 0 0 0 0,0 0 0 0 0,-1 0 0 0 0,1 0 0 0 0,0 0 1 0 0,0 1-1 0 0,-1-1 0 0 0,1 0 0 0 0,0 0 0 0 0,-1 0 0 0 0,1 0 0 0 0,0 0 1 0 0,0 0-1 0 0,-1 0 0 0 0,1 0 0 0 0,-1-1 0 0 0,-25-6-3233 0 0,15 5-5074 0 0</inkml:trace>
</inkml:ink>
</file>

<file path=ppt/ink/ink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01T23:49:14.563"/>
    </inkml:context>
    <inkml:brush xml:id="br0">
      <inkml:brushProperty name="width" value="0.05" units="cm"/>
      <inkml:brushProperty name="height" value="0.05" units="cm"/>
    </inkml:brush>
  </inkml:definitions>
  <inkml:trace contextRef="#ctx0" brushRef="#br0">0 180 4143 0 0,'4'-4'842'0'0,"0"0"0"0"0,0 0 0 0 0,1 0 0 0 0,-1 1 0 0 0,1 0 0 0 0,0 0 0 0 0,0 0 0 0 0,0 1 0 0 0,0 0 0 0 0,8-3 0 0 0,-6 4-572 0 0,0 0 0 0 0,0 0 0 0 0,0 0 0 0 0,0 1 0 0 0,0 0 0 0 0,0 1 0 0 0,13 2 0 0 0,-1-1 64 0 0,1-2 0 0 0,-1 1 0 0 0,26-4 0 0 0,12 0 164 0 0,303 13 2334 0 0,-191-16-2569 0 0,-136 6-184 0 0,-1 2 0 0 0,43 7 0 0 0,-32-1 61 0 0,-39-7-73 0 0,10 2 10 0 0,66 12 150 0 0,-63-11-217 0 0,52 5 57 0 0,-13-3 0 0 0,-16-1 10 0 0,-13-4-73 0 0,18-3 141 0 0,-23 2-113 0 0,62-4 235 0 0,17-6-122 0 0,-43 6-66 0 0,60-6 65 0 0,-47 6-91 0 0,27-2 11 0 0,-12-1-53 0 0,29-1 42 0 0,-30 6 29 0 0,-25 2-14 0 0,61 1 74 0 0,-37-1-83 0 0,2-3-47 0 0,11-2 41 0 0,-21 1-31 0 0,21-1 20 0 0,18 2 22 0 0,-42 0-53 0 0,18-2-11 0 0,4 1 0 0 0,4 4 0 0 0,23 1 53 0 0,-39 0-42 0 0,24-3 42 0 0,-11-2 11 0 0,5 0 7 0 0,8 0 1 0 0,2 4 0 0 0,-7-2 0 0 0,-5 1 0 0 0,2-2-7 0 0,-12 2-43 0 0,-1 1 20 0 0,-18-1-19 0 0,-38 0 25 0 0,42-1-24 0 0,-37 0 24 0 0,49-3-24 0 0,-3 0 24 0 0,10 1 24 0 0,-20 2-48 0 0,18 1 36 0 0,20-1 12 0 0,0-1-12 0 0,14 1 5 0 0,-54 4-54 0 0,29 0 42 0 0,-25-2-42 0 0,34-3 0 0 0,-4-3 31 0 0,-19 1-31 0 0,2 2-11 0 0,20 2 53 0 0,-35 2-31 0 0,10-2 20 0 0,15-1 22 0 0,12 1 7 0 0,-37 0-48 0 0,18 0 19 0 0,-2 0-31 0 0,-6-4-11 0 0,-5-1 0 0 0,-13 1 11 0 0,-33 3 31 0 0,62-1-31 0 0,-2 3-11 0 0,-6 0 0 0 0,1-1 0 0 0,17 1 0 0 0,4-1 0 0 0,-4 2 0 0 0,-19-1 0 0 0,0 0 0 0 0,16-2 0 0 0,-3-2 0 0 0,-1 0 11 0 0,6 4 31 0 0,3 2-31 0 0,-7-1-11 0 0,-7-1 0 0 0,-4-2 0 0 0,-16-1 75 0 0,23 2 797 0 0,-78 0-363 0 0,0 1-134 0 0,86 0-1527 0 0,-8-3 561 0 0,-37 0 639 0 0,28-2 764 0 0,-72 4-304 0 0,0 0-65 0 0,56 0-294 0 0,34 2-1009 0 0,-40 2 352 0 0,-48-3 65 0 0,-1 1 294 0 0,62 2 133 0 0,7-2 16 0 0,-5-1 0 0 0,-1 3 0 0 0,3 1 0 0 0,2 3 0 0 0,0 2 0 0 0,1 2 0 0 0,9 0 0 0 0,-16-4 64 0 0,-62-5 273 0 0,27 1 381 0 0,15 3 139 0 0,7-2-905 0 0,27 0-1272 0 0,-8-1 728 0 0,89-2 576 0 0,-66 3 16 0 0,-31 0 0 0 0,16 0 0 0 0,-38-2 0 0 0,58-6 0 0 0,98-18 937 0 0,-205 21 41 0 0,10 0-816 0 0,44-3-204 0 0,-21 0-396 0 0,1 4 252 0 0,12 3-1081 0 0,27 2 1251 0 0,-48-3 16 0 0,81 2 0 0 0,-19-3 0 0 0,151 20 0 0 0,-38-1 0 0 0,-158-19-3 0 0,61-8 0 0 0,11 1 73 0 0,-45 10-70 0 0,0 4 0 0 0,127 29 0 0 0,-179-32 0 0 0,176 49 0 0 0,-173-48 0 0 0,0-2 0 0 0,0 0 0 0 0,37 0 0 0 0,-48-4-8 0 0,-9-1-14 0 0,-1 1 0 0 0,0-1 1 0 0,0 1-1 0 0,0 0 1 0 0,0 1-1 0 0,0-1 1 0 0,0 0-1 0 0,0 1 1 0 0,5 1-1 0 0,-11-2-1130 0 0</inkml:trace>
</inkml:ink>
</file>

<file path=ppt/ink/ink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01T23:49:15.894"/>
    </inkml:context>
    <inkml:brush xml:id="br0">
      <inkml:brushProperty name="width" value="0.05" units="cm"/>
      <inkml:brushProperty name="height" value="0.05" units="cm"/>
    </inkml:brush>
  </inkml:definitions>
  <inkml:trace contextRef="#ctx0" brushRef="#br0">71 22 1927 0 0,'-2'-1'200'0'0,"-1"0"-1"0"0,0 0 0 0 0,1 1 1 0 0,-1-1-1 0 0,1 1 0 0 0,-1 0 1 0 0,0-1-1 0 0,1 1 0 0 0,-1 1 1 0 0,0-1-1 0 0,0 0 0 0 0,1 0 1 0 0,-4 2-1 0 0,-19 1 2658 0 0,25-3-2783 0 0,0 0-1 0 0,0 0 1 0 0,0 0-1 0 0,1-1 1 0 0,-1 1-1 0 0,0 0 0 0 0,0 0 1 0 0,0 0-1 0 0,0-1 1 0 0,0 1-1 0 0,0 0 1 0 0,1 0-1 0 0,-1-1 1 0 0,0 1-1 0 0,0 0 0 0 0,0 0 1 0 0,0-1-1 0 0,0 1 1 0 0,0 0-1 0 0,0 0 1 0 0,0 0-1 0 0,0-1 1 0 0,0 1-1 0 0,0 0 0 0 0,0 0 1 0 0,0-1-1 0 0,0 1 1 0 0,0 0-1 0 0,-1 0 1 0 0,1-1-1 0 0,0 1 0 0 0,0 0 1 0 0,0 0-1 0 0,0 0 1 0 0,0-1-1 0 0,0 1 1 0 0,-1 0-1 0 0,1 0 1 0 0,0 0-1 0 0,0-1 0 0 0,0 1 1 0 0,0 0-1 0 0,-1 0 1 0 0,1 0-1 0 0,0 0 1 0 0,0 0-1 0 0,-1 0 1 0 0,1-1-1 0 0,0 1 0 0 0,0 0 1 0 0,0 0-1 0 0,-1 0 1 0 0,1 0-1 0 0,0 0 1 0 0,0 0-1 0 0,-1 0 0 0 0,1 0 1 0 0,0 0-1 0 0,0 0 1 0 0,-1 0-1 0 0,20-11 2010 0 0,-9 10-1779 0 0,0 0 1 0 0,0 1-1 0 0,0 0 0 0 0,0 1 1 0 0,0 0-1 0 0,-1 1 0 0 0,16 4 1 0 0,-3-1-83 0 0,-8-3-131 0 0,19 6-186 0 0,1-2 1 0 0,-1-2 0 0 0,1-1-1 0 0,49-2 1 0 0,-64-3-1269 0 0,1 1-4081 0 0</inkml:trace>
</inkml:ink>
</file>

<file path=ppt/ink/ink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01T23:49:43.590"/>
    </inkml:context>
    <inkml:brush xml:id="br0">
      <inkml:brushProperty name="width" value="0.05" units="cm"/>
      <inkml:brushProperty name="height" value="0.05" units="cm"/>
      <inkml:brushProperty name="color" value="#E71224"/>
    </inkml:brush>
  </inkml:definitions>
  <inkml:trace contextRef="#ctx0" brushRef="#br0">107 1381 1839 0 0,'-8'4'504'0'0,"1"0"0"0"0,-1-1 0 0 0,0 0-1 0 0,0 0 1 0 0,0 0 0 0 0,-1-1 0 0 0,1 0-1 0 0,-1-1 1 0 0,1 0 0 0 0,-13 0 0 0 0,20-1-397 0 0,1-1 0 0 0,0 1 0 0 0,-1 0 0 0 0,1 0 0 0 0,0-1 1 0 0,0 1-1 0 0,-1 0 0 0 0,1 0 0 0 0,0-1 0 0 0,0 1 0 0 0,0 0 1 0 0,0-1-1 0 0,-1 1 0 0 0,1 0 0 0 0,0-1 0 0 0,0 1 0 0 0,0 0 0 0 0,0-1 1 0 0,0 1-1 0 0,0 0 0 0 0,0-1 0 0 0,0 1 0 0 0,0-1 0 0 0,0 1 0 0 0,0 0 1 0 0,0-1-1 0 0,0 1 0 0 0,0 0 0 0 0,0-1 0 0 0,0 1 0 0 0,0 0 1 0 0,1-1-1 0 0,-1 1 0 0 0,0 0 0 0 0,0-1 0 0 0,0 1 0 0 0,1 0 0 0 0,-1 0 1 0 0,0-1-1 0 0,1 0-4 0 0,-1 0 1 0 0,0 1-1 0 0,1-1 1 0 0,-1 0-1 0 0,0 0 1 0 0,1 1-1 0 0,-1-1 1 0 0,1 0-1 0 0,0 1 1 0 0,-1-1-1 0 0,1 1 1 0 0,-1-1 0 0 0,1 1-1 0 0,0-1 1 0 0,-1 1-1 0 0,1-1 1 0 0,0 1-1 0 0,0 0 1 0 0,-1-1-1 0 0,1 1 1 0 0,0 0-1 0 0,0-1 1 0 0,1 1-1 0 0,37 2 2556 0 0,-26-1-2165 0 0,1-1-1 0 0,-1 0 1 0 0,0 0 0 0 0,19-4 0 0 0,21-10 531 0 0,-33 8-592 0 0,1 1 1 0 0,24-3-1 0 0,-38 8-367 0 0,1-1 0 0 0,-1 1 0 0 0,0 1 0 0 0,0-1 0 0 0,0 1 0 0 0,1 0 0 0 0,-1 1 0 0 0,0 0 0 0 0,0 0 0 0 0,8 4 0 0 0,5 4 53 0 0,-10-5-54 0 0,1 0 0 0 0,-1 0 0 0 0,1-1 0 0 0,0 0 0 0 0,0-1 0 0 0,0 0 0 0 0,0-1 0 0 0,13 1 0 0 0,-16-34 57 0 0,6-42 1 0 0,-9-20-38 0 0,-4 0-1 0 0,-12-97 1 0 0,1 22-11 0 0,-9-47 23 0 0,5 85-13 0 0,-6-155 55 0 0,12 159-139 0 0,8 124 0 0 0,1 2 0 0 0,9 4 0 0 0,1 0 0 0 0,-1-1 0 0 0,1 0 0 0 0,0-1 0 0 0,0 0 0 0 0,0-1 0 0 0,11 0 0 0 0,35 5 0 0 0,44 10 0 0 0,0-4 0 0 0,153-2 0 0 0,-103-13 0 0 0,-61-1 0 0 0,123 11 0 0 0,-167-8 192 0 0,-46 22-77 0 0,2 0-1 0 0,6 30 1 0 0,8 56-99 0 0,-6 1 0 0 0,-3 0 0 0 0,-10 126 0 0 0,3-181 23 0 0,3 0 0 0 0,11 63 0 0 0,-13-95-3 0 0,0-1-1 0 0,-1 1 0 0 0,-4 31 0 0 0,1-33-8 0 0,2 1 0 0 0,0 0 0 0 0,2-1-1 0 0,2 21 1 0 0,-2-22 8 0 0,0 1 0 0 0,0-1 0 0 0,-3 21-1 0 0,-1 11 19 0 0,4-49-43 0 0,0 0 0 0 0,-1 0-1 0 0,1 0 1 0 0,0 0 0 0 0,-1 0 0 0 0,1 0 0 0 0,0 0-1 0 0,0 0 1 0 0,0 0 0 0 0,0 0 0 0 0,0-1-1 0 0,0 1 1 0 0,0 0 0 0 0,0-1 0 0 0,0 1 0 0 0,0 0-1 0 0,0-1 1 0 0,1 0 0 0 0,-1 1 0 0 0,0-1-1 0 0,0 0 1 0 0,1 1 0 0 0,-1-1 0 0 0,0 0 0 0 0,0 0-1 0 0,1 0 1 0 0,1 0 0 0 0,18 6-12 0 0,-15-2 2 0 0,1 0 0 0 0,0 0 0 0 0,0-1 0 0 0,0 0 0 0 0,0 0 0 0 0,1 0 0 0 0,-1-1 0 0 0,1-1 0 0 0,-1 1 0 0 0,14 0 0 0 0,9-1 0 0 0,45-3 0 0 0,-3 0 0 0 0,-14 4 0 0 0,-14 2 0 0 0,1-3 0 0 0,0-2 0 0 0,-1-1 0 0 0,0-3 0 0 0,52-11 0 0 0,-82 14 8 0 0,-1 0 0 0 0,1 1 0 0 0,0 0 1 0 0,0 1-1 0 0,0 0 0 0 0,0 2 0 0 0,17 2 0 0 0,43 3-9 0 0,-55-6 1 0 0,-1 1 0 0 0,34 8 0 0 0,-38-6 0 0 0,1-1 0 0 0,-1 0 0 0 0,1-2 0 0 0,0 1 0 0 0,21-2 0 0 0,-33-1 0 0 0,-1 1 0 0 0,1-1 0 0 0,0 0 0 0 0,-1 0 0 0 0,0 0 0 0 0,1 0 0 0 0,-1 0 0 0 0,1 0 0 0 0,-1-1 0 0 0,0 1 0 0 0,0-1 0 0 0,0 0 0 0 0,0 1 0 0 0,0-1 0 0 0,2-3 0 0 0,17-12 0 0 0,11 21 0 0 0,-13-1 0 0 0,53 2 0 0 0,-53-2 0 0 0,0-2 0 0 0,1 0 0 0 0,22-2 0 0 0,82-5 0 0 0,19-1 0 0 0,-115 2 0 0 0,-18 3 0 0 0,1 0 0 0 0,0 1 0 0 0,0 0 0 0 0,0 1 0 0 0,1 0 0 0 0,-1 1 0 0 0,12 2 0 0 0,180 29 0 0 0,-198-30 0 0 0,0-1-1 0 0,0 0 1 0 0,0-1 0 0 0,0 1-1 0 0,0-1 1 0 0,0 0 0 0 0,0-1-1 0 0,0 1 1 0 0,0-1-1 0 0,0 0 1 0 0,-1 0 0 0 0,1 0-1 0 0,0-1 1 0 0,0 1 0 0 0,-1-1-1 0 0,1-1 1 0 0,5-2 0 0 0,-6 1 5 0 0,0 1 0 0 0,0-1 0 0 0,0 0 0 0 0,0 0 0 0 0,-1 0 0 0 0,0-1 0 0 0,1 1 0 0 0,-2-1 0 0 0,1 0 0 0 0,-1 0 0 0 0,1 0 0 0 0,-1 0 1 0 0,-1 0-1 0 0,1 0 0 0 0,1-10 0 0 0,0-11 15 0 0,-1 0-1 0 0,-1 0 1 0 0,-2 1 0 0 0,0-1 0 0 0,-6-27 0 0 0,-1-36-11 0 0,-4-63 49 0 0,5 72-61 0 0,2-89 1 0 0,5 135 2 0 0,-4-35 0 0 0,1 40 0 0 0,1 0 0 0 0,3-31 0 0 0,3 1 0 0 0,-3 28 0 0 0,8-44 0 0 0,1 3 0 0 0,-6 54 0 0 0,-4 15 0 0 0,1 0 0 0 0,-1-1 0 0 0,1 1 0 0 0,0 0 0 0 0,0 0 0 0 0,1-1 0 0 0,-1 1 0 0 0,4-5 0 0 0,-4 7 0 0 0,0 0 0 0 0,0 0 0 0 0,1 0 0 0 0,-1 0 0 0 0,0 1 0 0 0,0-1 0 0 0,1 0 0 0 0,-1 1 0 0 0,1-1 0 0 0,-1 1 0 0 0,0 0 0 0 0,1-1 0 0 0,-1 1 0 0 0,1 0 0 0 0,-1 0 0 0 0,1 0 0 0 0,-1 0 0 0 0,1 0 0 0 0,-1 0 0 0 0,1 0 0 0 0,-1 1 0 0 0,1-1 0 0 0,-1 0 0 0 0,3 2 0 0 0,52 9 0 0 0,1-3 0 0 0,79 3 0 0 0,-74-8 0 0 0,109 19 0 0 0,-128-12 0 0 0,1-1 0 0 0,-1 1 0 0 0,67 27 0 0 0,-107-36 1 0 0,7 4 78 0 0,1 0 0 0 0,0-1-1 0 0,0-1 1 0 0,1 1 0 0 0,-1-2-1 0 0,13 2 1 0 0,-24-4-78 0 0,1 0-101 0 0,0 0-1 0 0,1 0 1 0 0,-1 0-1 0 0,0 0 1 0 0,0 0-1 0 0,0 0 1 0 0,1 0-1 0 0,-1 0 1 0 0,0-1-1 0 0,0 1 1 0 0,0 0-1 0 0,1-1 1 0 0,-1 1-1 0 0,0-1 1 0 0,0 0-1 0 0,0 1 1 0 0,2-2-1 0 0</inkml:trace>
</inkml:ink>
</file>

<file path=ppt/ink/ink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01T23:49:45.511"/>
    </inkml:context>
    <inkml:brush xml:id="br0">
      <inkml:brushProperty name="width" value="0.05" units="cm"/>
      <inkml:brushProperty name="height" value="0.05" units="cm"/>
      <inkml:brushProperty name="color" value="#E71224"/>
    </inkml:brush>
  </inkml:definitions>
  <inkml:trace contextRef="#ctx0" brushRef="#br0">61 86 455 0 0,'-3'0'295'0'0,"1"0"-1"0"0,-1 1 1 0 0,1 0-1 0 0,-1 0 0 0 0,1-1 1 0 0,0 2-1 0 0,-1-1 1 0 0,1 0-1 0 0,0 0 0 0 0,0 1 1 0 0,0-1-1 0 0,0 1 1 0 0,0-1-1 0 0,0 1 0 0 0,0 0 1 0 0,1 0-1 0 0,-1 0 1 0 0,1 0-1 0 0,-1 0 0 0 0,1 0 1 0 0,0 0-1 0 0,-1 1 1 0 0,1-1-1 0 0,1 0 0 0 0,-1 1 1 0 0,0-1-1 0 0,0 1 0 0 0,0 4 1 0 0,-2 6 174 0 0,1 0 1 0 0,0 0 0 0 0,0 27-1 0 0,2-35-302 0 0,0 1 0 0 0,1 0 0 0 0,0-1-1 0 0,0 1 1 0 0,1 0 0 0 0,-1-1 0 0 0,1 1-1 0 0,0-1 1 0 0,1 0 0 0 0,-1 0 0 0 0,1 0 0 0 0,3 5-1 0 0,-5-8-89 0 0,1-1 0 0 0,-1 1 0 0 0,0-1 0 0 0,0 0 0 0 0,1 1 0 0 0,-1-1-1 0 0,1 0 1 0 0,-1 0 0 0 0,1 0 0 0 0,-1 0 0 0 0,1 0 0 0 0,0-1 0 0 0,0 1 0 0 0,-1 0-1 0 0,1-1 1 0 0,0 1 0 0 0,0-1 0 0 0,0 0 0 0 0,-1 0 0 0 0,1 1 0 0 0,0-1 0 0 0,0 0-1 0 0,0-1 1 0 0,0 1 0 0 0,-1 0 0 0 0,1 0 0 0 0,0-1 0 0 0,0 1 0 0 0,0-1 0 0 0,-1 0-1 0 0,1 1 1 0 0,0-1 0 0 0,-1 0 0 0 0,1 0 0 0 0,-1 0 0 0 0,1 0 0 0 0,-1 0 0 0 0,1 0 0 0 0,-1-1-1 0 0,3-1 1 0 0,0-1 82 0 0,0 0 0 0 0,0 0 0 0 0,0-1 0 0 0,0 1 0 0 0,0-1 0 0 0,-1 0 0 0 0,0 0 0 0 0,0 0-1 0 0,0 0 1 0 0,-1 0 0 0 0,0-1 0 0 0,0 1 0 0 0,0-1 0 0 0,0 1 0 0 0,-1-1 0 0 0,0 0 0 0 0,0 0 0 0 0,-1 1 0 0 0,0-11 0 0 0,0 8-22 0 0,-2 0 0 0 0,1 0-1 0 0,-1 0 1 0 0,0 0 0 0 0,-1 1 0 0 0,0-1 0 0 0,0 1 0 0 0,-1-1 0 0 0,0 1 0 0 0,0 0 0 0 0,0 0 0 0 0,-1 1 0 0 0,-9-11 0 0 0,-6-8-60 0 0,14 18-181 0 0,1-1 0 0 0,-1 1 0 0 0,0 1-1 0 0,-9-8 1 0 0,15 14 76 0 0,0 0 0 0 0,0-1 0 0 0,0 1-1 0 0,0 0 1 0 0,-1 0 0 0 0,1 0 0 0 0,0 0-1 0 0,0 0 1 0 0,0 0 0 0 0,0 0 0 0 0,0 0 0 0 0,0 0-1 0 0,0 0 1 0 0,0 0 0 0 0,0 0 0 0 0,0-1-1 0 0,0 1 1 0 0,0 0 0 0 0,0 0 0 0 0,-1 0 0 0 0,1 0-1 0 0,0 0 1 0 0,0 0 0 0 0,0 0 0 0 0,0 0-1 0 0,0 0 1 0 0,0 0 0 0 0,0 0 0 0 0,0 0 0 0 0,0 0-1 0 0,-1 0 1 0 0,1 0 0 0 0,0 0 0 0 0,0 0-1 0 0,0 0 1 0 0,0 0 0 0 0,0 0 0 0 0,0 0 0 0 0,0 0-1 0 0,0 0 1 0 0,0 0 0 0 0,0 0 0 0 0,-1 0 0 0 0,1 0-1 0 0,0 1 1 0 0,0-1 0 0 0,0 0 0 0 0,0 0-1 0 0,0 0 1 0 0,0 0 0 0 0,0 0 0 0 0,0 0 0 0 0,0 0-1 0 0,0 0 1 0 0,0 0 0 0 0,0 0 0 0 0,0 0-1 0 0,0 1 1 0 0,0-1 0 0 0,0 0 0 0 0,-1 0 0 0 0,1 0-1 0 0,0 0 1 0 0,0 0 0 0 0,0 0 0 0 0,2 7-1879 0 0,-2-6 1763 0 0,1 5-1291 0 0</inkml:trace>
</inkml:ink>
</file>

<file path=ppt/ink/ink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01T23:49:45.953"/>
    </inkml:context>
    <inkml:brush xml:id="br0">
      <inkml:brushProperty name="width" value="0.05" units="cm"/>
      <inkml:brushProperty name="height" value="0.05" units="cm"/>
      <inkml:brushProperty name="color" value="#E71224"/>
    </inkml:brush>
  </inkml:definitions>
  <inkml:trace contextRef="#ctx0" brushRef="#br0">7 113 4143 0 0,'0'1'179'0'0,"-1"-1"-1"0"0,1 1 1 0 0,-1-1-1 0 0,1 1 1 0 0,-1-1-1 0 0,1 1 1 0 0,-1 0-1 0 0,1-1 0 0 0,0 1 1 0 0,-1 0-1 0 0,1 0 1 0 0,0-1-1 0 0,0 1 1 0 0,0 0-1 0 0,-1 0 1 0 0,1-1-1 0 0,0 1 0 0 0,0 0 1 0 0,0 0-1 0 0,0-1 1 0 0,0 1-1 0 0,0 0 1 0 0,1 1-1 0 0,-3 23 1187 0 0,4 1-624 0 0,0 0-1 0 0,9 33 1 0 0,-9-50-627 0 0,0-1 1 0 0,1 1-1 0 0,0-1 0 0 0,0 1 1 0 0,1-1-1 0 0,1 0 1 0 0,-1 0-1 0 0,1-1 0 0 0,0 1 1 0 0,8 8-1 0 0,-12-15-57 0 0,1 0-1 0 0,-1 1 1 0 0,0-1-1 0 0,0 0 0 0 0,0 0 1 0 0,1 0-1 0 0,-1 0 1 0 0,0-1-1 0 0,1 1 0 0 0,-1 0 1 0 0,1 0-1 0 0,-1-1 1 0 0,1 1-1 0 0,-1-1 1 0 0,1 0-1 0 0,-1 1 0 0 0,1-1 1 0 0,0 0-1 0 0,-1 0 1 0 0,1 0-1 0 0,0 0 0 0 0,-1 0 1 0 0,1 0-1 0 0,2-1 1 0 0,-2 0 48 0 0,1 0 0 0 0,-1-1 0 0 0,1 1 0 0 0,-1-1 0 0 0,1 0 0 0 0,-1 1 0 0 0,0-1 0 0 0,0 0 0 0 0,0 0 0 0 0,0 0 0 0 0,0-1 0 0 0,2-3 0 0 0,3-5 256 0 0,-2 0 0 0 0,1 0-1 0 0,-1 0 1 0 0,-1 0 0 0 0,4-17-1 0 0,1-14 335 0 0,-2 0-1 0 0,1-56 0 0 0,-6 20-6385 0 0,-2 71-593 0 0</inkml:trace>
</inkml:ink>
</file>

<file path=ppt/ink/ink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01T23:49:46.898"/>
    </inkml:context>
    <inkml:brush xml:id="br0">
      <inkml:brushProperty name="width" value="0.05" units="cm"/>
      <inkml:brushProperty name="height" value="0.05" units="cm"/>
      <inkml:brushProperty name="color" value="#E71224"/>
    </inkml:brush>
  </inkml:definitions>
  <inkml:trace contextRef="#ctx0" brushRef="#br0">214 1 4143 0 0,'-20'0'2022'0'0,"4"-1"-289"0"0,1 1 0 0 0,-1 1 0 0 0,-24 3 1 0 0,38-3-1568 0 0,-1-1 0 0 0,1 0 0 0 0,-1 1 1 0 0,1 0-1 0 0,0-1 0 0 0,-1 1 0 0 0,1 0 1 0 0,0 0-1 0 0,-1 1 0 0 0,1-1 0 0 0,0 0 1 0 0,0 1-1 0 0,0-1 0 0 0,0 1 1 0 0,0 0-1 0 0,1-1 0 0 0,-1 1 0 0 0,0 0 1 0 0,1 0-1 0 0,-1 0 0 0 0,1 0 0 0 0,0 1 1 0 0,0-1-1 0 0,0 0 0 0 0,0 1 0 0 0,0-1 1 0 0,0 0-1 0 0,0 5 0 0 0,1-4-153 0 0,0 0 0 0 0,0-1 0 0 0,0 1-1 0 0,1 0 1 0 0,0-1 0 0 0,-1 1 0 0 0,1 0 0 0 0,0-1-1 0 0,0 1 1 0 0,1-1 0 0 0,-1 0 0 0 0,0 1 0 0 0,4 3 0 0 0,26 30 129 0 0,-24-29-110 0 0,26 22 70 0 0,-26-23-24 0 0,0-1 1 0 0,-1 1-1 0 0,1 0 1 0 0,-1 0-1 0 0,-1 1 1 0 0,1 0-1 0 0,-1 0 0 0 0,0 0 1 0 0,4 10-1 0 0,-8-16-64 0 0,0 1-1 0 0,-1 0 1 0 0,1 0-1 0 0,-1 0 1 0 0,0 0-1 0 0,0 0 1 0 0,0 0-1 0 0,0 0 1 0 0,0 0-1 0 0,0-1 1 0 0,0 1 0 0 0,-1 0-1 0 0,1 0 1 0 0,-1 0-1 0 0,1 0 1 0 0,-1 0-1 0 0,0-1 1 0 0,1 1-1 0 0,-3 3 1 0 0,1-2 44 0 0,-1 1 1 0 0,0-1 0 0 0,0 0-1 0 0,0 0 1 0 0,-1 0-1 0 0,1 0 1 0 0,-1 0 0 0 0,-4 3-1 0 0,-3 0 67 0 0,0-1-1 0 0,0 0 0 0 0,0 0 1 0 0,0-1-1 0 0,-18 4 0 0 0,27-8-195 0 0,-1 0 0 0 0,1 1 0 0 0,0-1 0 0 0,0 0 0 0 0,0 0 0 0 0,0 0 0 0 0,-1 0 0 0 0,1 0 0 0 0,0-1 0 0 0,0 1 0 0 0,0-1-1 0 0,0 1 1 0 0,0-1 0 0 0,0 0 0 0 0,0 0 0 0 0,0 0 0 0 0,0 0 0 0 0,0 0 0 0 0,0 0 0 0 0,1 0 0 0 0,-1-1 0 0 0,0 1 0 0 0,1-1 0 0 0,-1 1 0 0 0,1-1 0 0 0,-1 1 0 0 0,-1-5 0 0 0,-1 0-490 0 0,1-1 1 0 0,0-1-1 0 0,0 1 0 0 0,1 0 1 0 0,-1-1-1 0 0,-1-11 1 0 0,0-4-4991 0 0</inkml:trace>
</inkml:ink>
</file>

<file path=ppt/ink/ink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01T23:49:47.208"/>
    </inkml:context>
    <inkml:brush xml:id="br0">
      <inkml:brushProperty name="width" value="0.05" units="cm"/>
      <inkml:brushProperty name="height" value="0.05" units="cm"/>
      <inkml:brushProperty name="color" value="#E71224"/>
    </inkml:brush>
  </inkml:definitions>
  <inkml:trace contextRef="#ctx0" brushRef="#br0">1 159 1783 0 0,'2'-4'274'0'0,"1"0"0"0"0,0 0 0 0 0,-1 0 0 0 0,1 0 0 0 0,1 1 0 0 0,-1-1 0 0 0,0 1-1 0 0,1 0 1 0 0,0 0 0 0 0,0 0 0 0 0,0 1 0 0 0,0-1 0 0 0,0 1 0 0 0,0 0 0 0 0,1 0-1 0 0,-1 1 1 0 0,6-2 0 0 0,11-2 1899 0 0,-1 1 0 0 0,39-2 1 0 0,-39 4-777 0 0,0 0 1 0 0,21-5 0 0 0,-25 2-922 0 0,0-2 1 0 0,-1 1-1 0 0,1-2 1 0 0,18-12-1 0 0,14-7-501 0 0,-46 26-212 0 0,-1 1 0 0 0,1-1 0 0 0,-1 0 0 0 0,1 0-1 0 0,0 1 1 0 0,0-1 0 0 0,-1 1 0 0 0,1 0 0 0 0,0 0 0 0 0,0-1 0 0 0,-1 1-1 0 0,1 0 1 0 0,0 0 0 0 0,2 1 0 0 0</inkml:trace>
</inkml:ink>
</file>

<file path=ppt/ink/ink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01T23:49:47.610"/>
    </inkml:context>
    <inkml:brush xml:id="br0">
      <inkml:brushProperty name="width" value="0.05" units="cm"/>
      <inkml:brushProperty name="height" value="0.05" units="cm"/>
      <inkml:brushProperty name="color" value="#E71224"/>
    </inkml:brush>
  </inkml:definitions>
  <inkml:trace contextRef="#ctx0" brushRef="#br0">4 138 2303 0 0,'-4'-39'1667'0'0,"4"37"-1119"0"0,0 0 0 0 0,0 1 0 0 0,0-1 0 0 0,1 1 1 0 0,-1-1-1 0 0,0 1 0 0 0,0-1 0 0 0,1 1 0 0 0,-1-1 0 0 0,1 1 0 0 0,-1-1 0 0 0,2-1 684 0 0,1 35 5314 0 0,-3-25-5784 0 0,13 113-813 0 0,-10-107 160 0 0,0 0 0 0 0,0 0 0 0 0,1 0 0 0 0,1-1 0 0 0,0 1 0 0 0,14 22 0 0 0,-18-32-97 0 0,0-1-1 0 0,1 0 1 0 0,0 1-1 0 0,-1-1 1 0 0,1 0-1 0 0,0 0 1 0 0,0 0-1 0 0,0-1 1 0 0,0 1-1 0 0,1 0 1 0 0,-1-1-1 0 0,0 1 1 0 0,1-1-1 0 0,-1 0 1 0 0,1 0-1 0 0,-1 0 1 0 0,1 0-1 0 0,-1 0 1 0 0,5 0-1 0 0,-5-1 28 0 0,1 0-1 0 0,0 0 1 0 0,0 0-1 0 0,-1-1 1 0 0,1 0-1 0 0,0 1 1 0 0,-1-1-1 0 0,1 0 1 0 0,0 0-1 0 0,-1-1 1 0 0,1 1-1 0 0,-1 0 1 0 0,0-1-1 0 0,1 0 0 0 0,2-2 1 0 0,3-4 127 0 0,0-1 0 0 0,-1 1 0 0 0,0-1 0 0 0,0 0 0 0 0,-1-1 1 0 0,0 0-1 0 0,8-19 0 0 0,-8 15-75 0 0,-1 0 0 0 0,-1 0 1 0 0,0-1-1 0 0,-1 0 0 0 0,0 1 1 0 0,-1-1-1 0 0,-1 0 0 0 0,-1 0 0 0 0,0 0 1 0 0,-1 0-1 0 0,0 0 0 0 0,-1 0 1 0 0,-1 0-1 0 0,-8-26 0 0 0,8 25-332 0 0,3 15 230 0 0,0 1 1 0 0,0 0 0 0 0,0 0-1 0 0,0-1 1 0 0,0 1 0 0 0,0 0-1 0 0,0 0 1 0 0,0-1 0 0 0,0 1-1 0 0,0 0 1 0 0,0 0-1 0 0,0-1 1 0 0,0 1 0 0 0,0 0-1 0 0,0 0 1 0 0,0-1 0 0 0,0 1-1 0 0,0 0 1 0 0,0 0-1 0 0,0-1 1 0 0,0 1 0 0 0,1 0-1 0 0,-1 0 1 0 0,0 0 0 0 0,0-1-1 0 0,0 1 1 0 0,0 0 0 0 0,1 0-1 0 0,-1 0 1 0 0,0-1-1 0 0,0 1 1 0 0,0 0 0 0 0,1 0-1 0 0,-1 0 1 0 0,0 0 0 0 0,0 0-1 0 0,1 0 1 0 0,-1 0 0 0 0,0-1-1 0 0,0 1 1 0 0,1 0-1 0 0,-1 0 1 0 0,0 0 0 0 0,0 0-1 0 0,1 0 1 0 0,-1 0 0 0 0,0 0-1 0 0,1 0 1 0 0,-1 0-1 0 0,0 0 1 0 0,0 1 0 0 0,1-1-1 0 0,-1 0 1 0 0,0 0 0 0 0,0 0-1 0 0,0 0 1 0 0,1 0-1 0 0,4 3-746 0 0</inkml:trace>
</inkml:ink>
</file>

<file path=ppt/ink/ink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01T23:49:57.389"/>
    </inkml:context>
    <inkml:brush xml:id="br0">
      <inkml:brushProperty name="width" value="0.05" units="cm"/>
      <inkml:brushProperty name="height" value="0.05" units="cm"/>
      <inkml:brushProperty name="color" value="#E71224"/>
    </inkml:brush>
  </inkml:definitions>
  <inkml:trace contextRef="#ctx0" brushRef="#br0">107 1193 1839 0 0,'-8'3'504'0'0,"1"1"0"0"0,-1-1 0 0 0,0-1-1 0 0,0 1 1 0 0,0-1 0 0 0,-1 0 0 0 0,1-1-1 0 0,-1 0 1 0 0,1 0 0 0 0,-13 0 0 0 0,20-1-397 0 0,1 0 0 0 0,0-1 0 0 0,-1 1 0 0 0,1 0 0 0 0,0 0 1 0 0,0 0-1 0 0,-1-1 0 0 0,1 1 0 0 0,0 0 0 0 0,0 0 0 0 0,0-1 1 0 0,0 1-1 0 0,-1 0 0 0 0,1-1 0 0 0,0 1 0 0 0,0 0 0 0 0,0 0 0 0 0,0-1 1 0 0,0 1-1 0 0,0 0 0 0 0,0-1 0 0 0,0 1 0 0 0,0 0 0 0 0,0-1 0 0 0,0 1 1 0 0,0 0-1 0 0,0-1 0 0 0,0 1 0 0 0,0 0 0 0 0,0 0 0 0 0,0-1 1 0 0,1 1-1 0 0,-1 0 0 0 0,0-1 0 0 0,0 1 0 0 0,0 0 0 0 0,1 0 0 0 0,-1-1 1 0 0,0 1-1 0 0,1-1-4 0 0,-1 1 1 0 0,0-1-1 0 0,1 0 1 0 0,-1 1-1 0 0,0-1 1 0 0,1 0-1 0 0,-1 1 1 0 0,1-1-1 0 0,0 1 1 0 0,-1-1-1 0 0,1 1 1 0 0,-1-1 0 0 0,1 1-1 0 0,0-1 1 0 0,-1 1-1 0 0,1 0 1 0 0,0-1-1 0 0,0 1 1 0 0,-1 0-1 0 0,1 0 1 0 0,0-1-1 0 0,0 1 1 0 0,1 0-1 0 0,37 1 2556 0 0,-26 0-2165 0 0,1 0-1 0 0,-1-1 1 0 0,0-1 0 0 0,19-2 0 0 0,21-9 531 0 0,-33 7-592 0 0,1 0 1 0 0,24-1-1 0 0,-38 5-367 0 0,1 1 0 0 0,-1 0 0 0 0,0 0 0 0 0,0 1 0 0 0,0-1 0 0 0,1 1 0 0 0,-1 1 0 0 0,0-1 0 0 0,0 1 0 0 0,8 4 0 0 0,5 2 53 0 0,-10-3-54 0 0,1-1 0 0 0,-1 0 0 0 0,1 0 0 0 0,0-1 0 0 0,0 0 0 0 0,0-1 0 0 0,0 0 0 0 0,13 1 0 0 0,-16-30 57 0 0,6-36 1 0 0,-9-18-38 0 0,-4 1-1 0 0,-12-84 1 0 0,1 19-11 0 0,-9-41 23 0 0,5 74-13 0 0,-6-134 55 0 0,12 136-139 0 0,8 109 0 0 0,1 1 0 0 0,9 4 0 0 0,1-1 0 0 0,-1 0 0 0 0,1-1 0 0 0,0 0 0 0 0,0-1 0 0 0,0 0 0 0 0,11 0 0 0 0,35 4 0 0 0,44 9 0 0 0,0-3 0 0 0,153-2 0 0 0,-103-13 0 0 0,-61 1 0 0 0,123 9 0 0 0,-167-7 192 0 0,-46 20-77 0 0,2-1-1 0 0,6 26 1 0 0,8 48-99 0 0,-6 1 0 0 0,-3 1 0 0 0,-10 107 0 0 0,3-155 23 0 0,3 0 0 0 0,11 54 0 0 0,-13-82-3 0 0,0 0-1 0 0,-1 0 0 0 0,-4 27 0 0 0,1-28-8 0 0,2 0 0 0 0,0 0 0 0 0,2 0-1 0 0,2 17 1 0 0,-2-18 8 0 0,0 0 0 0 0,0 0 0 0 0,-3 18-1 0 0,-1 8 19 0 0,4-41-43 0 0,0 0 0 0 0,-1 0-1 0 0,1 0 1 0 0,0 0 0 0 0,-1 0 0 0 0,1 0 0 0 0,0-1-1 0 0,0 1 1 0 0,0 0 0 0 0,0 0 0 0 0,0-1-1 0 0,0 1 1 0 0,0-1 0 0 0,0 1 0 0 0,0-1 0 0 0,0 1-1 0 0,0-1 1 0 0,1 1 0 0 0,-1-1 0 0 0,0 0-1 0 0,0 1 1 0 0,1-1 0 0 0,-1 0 0 0 0,0 0 0 0 0,0 0-1 0 0,1 0 1 0 0,1 0 0 0 0,18 5-12 0 0,-15-1 2 0 0,1-1 0 0 0,0 1 0 0 0,0-2 0 0 0,0 1 0 0 0,0-1 0 0 0,1 1 0 0 0,-1-2 0 0 0,1 1 0 0 0,-1-1 0 0 0,14 1 0 0 0,9-1 0 0 0,45-3 0 0 0,-3 0 0 0 0,-14 4 0 0 0,-14 1 0 0 0,1-2 0 0 0,0-1 0 0 0,-1-2 0 0 0,0-2 0 0 0,52-10 0 0 0,-82 12 8 0 0,-1 0 0 0 0,1 1 0 0 0,0 0 1 0 0,0 1-1 0 0,0 1 0 0 0,0 0 0 0 0,17 3 0 0 0,43 2-9 0 0,-55-5 1 0 0,-1 1 0 0 0,34 6 0 0 0,-38-4 0 0 0,1-2 0 0 0,-1 0 0 0 0,1 0 0 0 0,0-1 0 0 0,21-1 0 0 0,-33 0 0 0 0,-1-1 0 0 0,1 0 0 0 0,0 1 0 0 0,-1-1 0 0 0,0 0 0 0 0,1 0 0 0 0,-1 0 0 0 0,1 0 0 0 0,-1 0 0 0 0,0-1 0 0 0,0 1 0 0 0,0 0 0 0 0,0-1 0 0 0,0 0 0 0 0,2-1 0 0 0,17-12 0 0 0,11 18 0 0 0,-13 0 0 0 0,53 1 0 0 0,-53-2 0 0 0,0 0 0 0 0,1-1 0 0 0,22-3 0 0 0,82-2 0 0 0,19-3 0 0 0,-115 3 0 0 0,-18 2 0 0 0,1 1 0 0 0,0 0 0 0 0,0 0 0 0 0,0 1 0 0 0,1 0 0 0 0,-1 0 0 0 0,12 3 0 0 0,180 25 0 0 0,-198-27 0 0 0,0 0-1 0 0,0 0 1 0 0,0 0 0 0 0,0-1-1 0 0,0 0 1 0 0,0 0 0 0 0,0 0-1 0 0,0-1 1 0 0,0 1-1 0 0,0-1 1 0 0,-1 0 0 0 0,1 0-1 0 0,0-1 1 0 0,0 1 0 0 0,-1-1-1 0 0,1 0 1 0 0,5-3 0 0 0,-6 3 5 0 0,0-2 0 0 0,0 1 0 0 0,0 0 0 0 0,0-1 0 0 0,-1 0 0 0 0,0 1 0 0 0,1-1 0 0 0,-2 0 0 0 0,1-1 0 0 0,-1 1 0 0 0,1 0 0 0 0,-1-1 1 0 0,-1 1-1 0 0,1-1 0 0 0,1-7 0 0 0,0-11 15 0 0,-1 1-1 0 0,-1 0 1 0 0,-2-1 0 0 0,0 1 0 0 0,-6-23 0 0 0,-1-32-11 0 0,-4-55 49 0 0,5 64-61 0 0,2-79 1 0 0,5 118 2 0 0,-4-31 0 0 0,1 35 0 0 0,1 0 0 0 0,3-26 0 0 0,3-1 0 0 0,-3 26 0 0 0,8-39 0 0 0,1 3 0 0 0,-6 47 0 0 0,-4 12 0 0 0,1 0 0 0 0,-1 0 0 0 0,1 0 0 0 0,0 0 0 0 0,0 0 0 0 0,1 1 0 0 0,-1-1 0 0 0,4-4 0 0 0,-4 6 0 0 0,0 0 0 0 0,0 0 0 0 0,1 1 0 0 0,-1-1 0 0 0,0 0 0 0 0,0 1 0 0 0,1-1 0 0 0,-1 1 0 0 0,1-1 0 0 0,-1 1 0 0 0,0 0 0 0 0,1-1 0 0 0,-1 1 0 0 0,1 0 0 0 0,-1 0 0 0 0,1 0 0 0 0,-1 0 0 0 0,1 0 0 0 0,-1 0 0 0 0,1 0 0 0 0,-1 1 0 0 0,1-1 0 0 0,-1 0 0 0 0,3 2 0 0 0,52 7 0 0 0,1-2 0 0 0,79 2 0 0 0,-74-6 0 0 0,109 17 0 0 0,-128-12 0 0 0,1-1 0 0 0,-1 3 0 0 0,67 21 0 0 0,-107-30 1 0 0,7 3 78 0 0,1 0 0 0 0,0 0-1 0 0,0-1 1 0 0,1 0 0 0 0,-1-1-1 0 0,13 1 1 0 0,-24-3-78 0 0,1 1-101 0 0,0-1-1 0 0,1 0 1 0 0,-1 0-1 0 0,0 0 1 0 0,0 0-1 0 0,0-1 1 0 0,1 1-1 0 0,-1 0 1 0 0,0 0-1 0 0,0-1 1 0 0,0 1-1 0 0,1 0 1 0 0,-1-1-1 0 0,0 1 1 0 0,0-1-1 0 0,0 1 1 0 0,2-2-1 0 0</inkml:trace>
</inkml:ink>
</file>

<file path=ppt/ink/ink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01T23:49:57.390"/>
    </inkml:context>
    <inkml:brush xml:id="br0">
      <inkml:brushProperty name="width" value="0.05" units="cm"/>
      <inkml:brushProperty name="height" value="0.05" units="cm"/>
      <inkml:brushProperty name="color" value="#E71224"/>
    </inkml:brush>
  </inkml:definitions>
  <inkml:trace contextRef="#ctx0" brushRef="#br0">61 74 455 0 0,'-3'0'295'0'0,"1"1"-1"0"0,-1-1 1 0 0,1 1-1 0 0,-1 0 0 0 0,1-1 1 0 0,0 1-1 0 0,-1 0 1 0 0,1 0-1 0 0,0 0 0 0 0,0 1 1 0 0,0-1-1 0 0,0 0 1 0 0,0 1-1 0 0,0-1 0 0 0,0 1 1 0 0,1-1-1 0 0,-1 1 1 0 0,1 0-1 0 0,-1 0 0 0 0,1 0 1 0 0,0 0-1 0 0,-1-1 1 0 0,1 1-1 0 0,1 1 0 0 0,-1-1 1 0 0,0 0-1 0 0,0 0 0 0 0,0 4 1 0 0,-2 5 174 0 0,1 0 1 0 0,0 1 0 0 0,0 22-1 0 0,2-29-302 0 0,0 0 0 0 0,1 0 0 0 0,0 0-1 0 0,0 0 1 0 0,1 0 0 0 0,-1-1 0 0 0,1 1-1 0 0,0 0 1 0 0,1-1 0 0 0,-1 1 0 0 0,1-1 0 0 0,3 5-1 0 0,-5-8-89 0 0,1 0 0 0 0,-1 0 0 0 0,0 0 0 0 0,0 1 0 0 0,1-1 0 0 0,-1 0-1 0 0,1 0 1 0 0,-1-1 0 0 0,1 1 0 0 0,-1 0 0 0 0,1 0 0 0 0,0-1 0 0 0,0 1 0 0 0,-1 0-1 0 0,1-1 1 0 0,0 0 0 0 0,0 1 0 0 0,0-1 0 0 0,-1 0 0 0 0,1 0 0 0 0,0 0 0 0 0,0 0-1 0 0,0 0 1 0 0,0 0 0 0 0,-1 0 0 0 0,1-1 0 0 0,0 1 0 0 0,0 0 0 0 0,0-1 0 0 0,-1 1-1 0 0,1-1 1 0 0,0 0 0 0 0,-1 0 0 0 0,1 1 0 0 0,-1-1 0 0 0,1 0 0 0 0,-1 0 0 0 0,1 0 0 0 0,-1 0-1 0 0,3-3 1 0 0,0 1 82 0 0,0 0 0 0 0,0-1 0 0 0,0 0 0 0 0,0 1 0 0 0,0-1 0 0 0,-1-1 0 0 0,0 1 0 0 0,0 0-1 0 0,0-1 1 0 0,-1 1 0 0 0,0-1 0 0 0,0 0 0 0 0,0 0 0 0 0,0 1 0 0 0,-1-1 0 0 0,0 0 0 0 0,0 0 0 0 0,-1 0 0 0 0,0-9 0 0 0,0 7-22 0 0,-2 0 0 0 0,1 0-1 0 0,-1 1 1 0 0,0-1 0 0 0,-1 0 0 0 0,0 1 0 0 0,0-1 0 0 0,-1 1 0 0 0,0 0 0 0 0,0 0 0 0 0,0 0 0 0 0,-1 0 0 0 0,-9-8 0 0 0,-6-8-60 0 0,14 16-181 0 0,1-1 0 0 0,-1 1 0 0 0,0 1-1 0 0,-9-7 1 0 0,15 11 76 0 0,0 1 0 0 0,0 0 0 0 0,0 0-1 0 0,0 0 1 0 0,-1 0 0 0 0,1 0 0 0 0,0 0-1 0 0,0 0 1 0 0,0 0 0 0 0,0 0 0 0 0,0 0 0 0 0,0 0-1 0 0,0 0 1 0 0,0 0 0 0 0,0-1 0 0 0,0 1-1 0 0,0 0 1 0 0,0 0 0 0 0,0 0 0 0 0,-1 0 0 0 0,1 0-1 0 0,0 0 1 0 0,0 0 0 0 0,0 0 0 0 0,0 0-1 0 0,0 0 1 0 0,0 0 0 0 0,0 0 0 0 0,0 0 0 0 0,0 0-1 0 0,-1 0 1 0 0,1 0 0 0 0,0 0 0 0 0,0 0-1 0 0,0 0 1 0 0,0 0 0 0 0,0 0 0 0 0,0 0 0 0 0,0 0-1 0 0,0 0 1 0 0,0 0 0 0 0,0 0 0 0 0,-1 0 0 0 0,1 0-1 0 0,0 0 1 0 0,0 1 0 0 0,0-1 0 0 0,0 0-1 0 0,0 0 1 0 0,0 0 0 0 0,0 0 0 0 0,0 0 0 0 0,0 0-1 0 0,0 0 1 0 0,0 0 0 0 0,0 0 0 0 0,0 0-1 0 0,0 0 1 0 0,0 0 0 0 0,0 0 0 0 0,-1 1 0 0 0,1-1-1 0 0,0 0 1 0 0,0 0 0 0 0,0 0 0 0 0,2 6-1879 0 0,-2-5 1763 0 0,1 4-1291 0 0</inkml:trace>
</inkml:ink>
</file>

<file path=ppt/ink/ink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01T23:49:57.391"/>
    </inkml:context>
    <inkml:brush xml:id="br0">
      <inkml:brushProperty name="width" value="0.05" units="cm"/>
      <inkml:brushProperty name="height" value="0.05" units="cm"/>
      <inkml:brushProperty name="color" value="#E71224"/>
    </inkml:brush>
  </inkml:definitions>
  <inkml:trace contextRef="#ctx0" brushRef="#br0">7 98 4143 0 0,'0'0'179'0'0,"-1"1"-1"0"0,1-1 1 0 0,-1 1-1 0 0,1-1 1 0 0,-1 1-1 0 0,1-1 1 0 0,-1 1-1 0 0,1-1 0 0 0,0 1 1 0 0,-1 0-1 0 0,1-1 1 0 0,0 1-1 0 0,0-1 1 0 0,0 1-1 0 0,-1 0 1 0 0,1-1-1 0 0,0 1 0 0 0,0 0 1 0 0,0-1-1 0 0,0 1 1 0 0,0 0-1 0 0,0-1 1 0 0,1 2-1 0 0,-3 20 1187 0 0,4 0-624 0 0,0 1-1 0 0,9 27 1 0 0,-9-42-627 0 0,0 0 1 0 0,1-1-1 0 0,0 0 0 0 0,0 1 1 0 0,1-1-1 0 0,1 0 1 0 0,-1-1-1 0 0,1 1 0 0 0,0-1 1 0 0,8 8-1 0 0,-12-13-57 0 0,1 0-1 0 0,-1 0 1 0 0,0 0-1 0 0,0 0 0 0 0,0 0 1 0 0,1 0-1 0 0,-1 0 1 0 0,0-1-1 0 0,1 1 0 0 0,-1 0 1 0 0,1-1-1 0 0,-1 1 1 0 0,1-1-1 0 0,-1 1 1 0 0,1-1-1 0 0,-1 0 0 0 0,1 0 1 0 0,0 0-1 0 0,-1 1 1 0 0,1-1-1 0 0,0 0 0 0 0,-1-1 1 0 0,1 1-1 0 0,2 0 1 0 0,-2-1 48 0 0,1-1 0 0 0,-1 1 0 0 0,1 0 0 0 0,-1 0 0 0 0,1-1 0 0 0,-1 1 0 0 0,0-1 0 0 0,0 0 0 0 0,0 0 0 0 0,0 1 0 0 0,0-1 0 0 0,2-4 0 0 0,3-3 256 0 0,-2 0 0 0 0,1-1-1 0 0,-1 0 1 0 0,-1 0 0 0 0,4-13-1 0 0,1-14 335 0 0,-2 1-1 0 0,1-48 0 0 0,-6 16-6385 0 0,-2 61-593 0 0</inkml:trace>
</inkml:ink>
</file>

<file path=ppt/ink/ink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01T23:50:08.229"/>
    </inkml:context>
    <inkml:brush xml:id="br0">
      <inkml:brushProperty name="width" value="0.05" units="cm"/>
      <inkml:brushProperty name="height" value="0.05" units="cm"/>
      <inkml:brushProperty name="color" value="#E71224"/>
    </inkml:brush>
  </inkml:definitions>
  <inkml:trace contextRef="#ctx0" brushRef="#br0">37 17 919 0 0,'-6'-6'-680'0'0,"-6"-4"9279"0"0,12 10-8331 0 0,-1 1 1 0 0,1 0-1 0 0,0-1 0 0 0,-1 1 0 0 0,1 0 0 0 0,0-1 1 0 0,0 1-1 0 0,-1 0 0 0 0,1-1 0 0 0,0 1 0 0 0,0 0 1 0 0,0 0-1 0 0,0-1 0 0 0,0 1 0 0 0,0 0 0 0 0,0 0 1 0 0,0-1-1 0 0,0 1 0 0 0,1 0 0 0 0,-1-1 0 0 0,0 1 1 0 0,0 0-1 0 0,1-1 0 0 0,-1 2 0 0 0,6 37 1209 0 0,-2 1-1 0 0,-2 75 1 0 0,-18 80-189 0 0,10-160-1171 0 0,4-28-84 0 0,0 1-1 0 0,1-1 1 0 0,0 1 0 0 0,0 0 0 0 0,1 0-1 0 0,1 15 1 0 0,2-21-81 0 0,2-8-272 0 0,3-10-2205 0 0,-5 6-4278 0 0</inkml:trace>
</inkml:ink>
</file>

<file path=ppt/ink/ink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01T23:50:08.563"/>
    </inkml:context>
    <inkml:brush xml:id="br0">
      <inkml:brushProperty name="width" value="0.05" units="cm"/>
      <inkml:brushProperty name="height" value="0.05" units="cm"/>
      <inkml:brushProperty name="color" value="#E71224"/>
    </inkml:brush>
  </inkml:definitions>
  <inkml:trace contextRef="#ctx0" brushRef="#br0">47 0 2303 0 0,'-6'6'-105'0'0,"2"-3"913"0"0,1 0-1 0 0,0 0 1 0 0,0 1-1 0 0,0-1 1 0 0,0 1-1 0 0,1 0 1 0 0,-1 0-1 0 0,1 0 1 0 0,0 0-1 0 0,-3 8 1 0 0,3-5-186 0 0,0-1 0 0 0,1 0 0 0 0,0 1 0 0 0,0-1 0 0 0,0 1-1 0 0,1 0 1 0 0,0-1 0 0 0,0 1 0 0 0,1 0 0 0 0,2 9 0 0 0,-2-9-357 0 0,1-1 0 0 0,0 0 0 0 0,1-1 0 0 0,-1 1 0 0 0,1 0-1 0 0,0-1 1 0 0,0 1 0 0 0,1-1 0 0 0,-1 0 0 0 0,7 6 0 0 0,-7-7-214 0 0,1-1 1 0 0,0 1-1 0 0,1-1 1 0 0,-1 0-1 0 0,0 0 1 0 0,1 0-1 0 0,0-1 1 0 0,-1 1 0 0 0,1-1-1 0 0,0 0 1 0 0,0-1-1 0 0,1 1 1 0 0,-1-1-1 0 0,0 0 1 0 0,0 0-1 0 0,1-1 1 0 0,-1 1 0 0 0,0-1-1 0 0,1-1 1 0 0,-1 1-1 0 0,0-1 1 0 0,0 1-1 0 0,1-1 1 0 0,-1-1-1 0 0,0 1 1 0 0,0-1 0 0 0,8-4-1 0 0,16-12 107 0 0,-25 14-497 0 0,0 1 0 0 0,1 0 0 0 0,-1 0 0 0 0,1 0 0 0 0,0 1 1 0 0,0 0-1 0 0,5-2 0 0 0</inkml:trace>
</inkml:ink>
</file>

<file path=ppt/ink/ink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01T23:50:09.073"/>
    </inkml:context>
    <inkml:brush xml:id="br0">
      <inkml:brushProperty name="width" value="0.05" units="cm"/>
      <inkml:brushProperty name="height" value="0.05" units="cm"/>
      <inkml:brushProperty name="color" value="#E71224"/>
    </inkml:brush>
  </inkml:definitions>
  <inkml:trace contextRef="#ctx0" brushRef="#br0">8 18 2399 0 0,'1'1'388'0'0,"-1"0"-1"0"0,0 0 1 0 0,1 0 0 0 0,-1 0-1 0 0,0 1 1 0 0,1-1-1 0 0,-1 0 1 0 0,0 0-1 0 0,0 0 1 0 0,0 0-1 0 0,0 1 1 0 0,0-1-1 0 0,-1 0 1 0 0,1 0-1 0 0,0 0 1 0 0,0 0-1 0 0,-1 1 1 0 0,1-1-1 0 0,-2 2 1 0 0,2-2 32 0 0,-1 0 1 0 0,1 0 0 0 0,-1 0 0 0 0,1 0 0 0 0,0 0-1 0 0,0 1 1 0 0,-1-1 0 0 0,1 0 0 0 0,0 0-1 0 0,0 1 1 0 0,0-1 0 0 0,0 0 0 0 0,0 0-1 0 0,0 1 1 0 0,1-1 0 0 0,-1 0 0 0 0,0 0 0 0 0,0 0-1 0 0,1 0 1 0 0,0 2 0 0 0,0-3-362 0 0,-1 0-1 0 0,1 0 1 0 0,-1 0-1 0 0,1 0 1 0 0,-1 1 0 0 0,1-1-1 0 0,-1 0 1 0 0,1 0 0 0 0,-1-1-1 0 0,1 1 1 0 0,0 0 0 0 0,-1 0-1 0 0,1 0 1 0 0,-1 0 0 0 0,1 0-1 0 0,-1 0 1 0 0,1-1-1 0 0,-1 1 1 0 0,1 0 0 0 0,-1-1-1 0 0,1 1 1 0 0,-1 0 0 0 0,0-1-1 0 0,1 1 1 0 0,-1 0 0 0 0,1-1-1 0 0,-1 1 1 0 0,0-1 0 0 0,1 1-1 0 0,-1-1 1 0 0,0 1 0 0 0,0 0-1 0 0,1-1 1 0 0,-1 1-1 0 0,0-1 1 0 0,0 0 0 0 0,0 1-1 0 0,1-1 1 0 0,-1 0 0 0 0,10-22-562 0 0,-10 21 495 0 0,1 1 1 0 0,-1 0 0 0 0,1-1 0 0 0,-1 1-1 0 0,0-1 1 0 0,1 1 0 0 0,-1 0 0 0 0,0-1-1 0 0,0 1 1 0 0,0-1 0 0 0,0 1 0 0 0,0-1-1 0 0,-1 1 1 0 0,1 0 0 0 0,0-1 0 0 0,-1 1-1 0 0,1-1 1 0 0,0 1 0 0 0,-1 0 0 0 0,0-1-1 0 0,1 1 1 0 0,-2-2 0 0 0,1 3 20 0 0,1 0 0 0 0,0 0 0 0 0,-1 0 0 0 0,1-1 0 0 0,0 1-1 0 0,0 0 1 0 0,-1 0 0 0 0,1 0 0 0 0,0 0 0 0 0,-1 0 0 0 0,1 0 0 0 0,0 0 0 0 0,-1 0 0 0 0,1 0 0 0 0,0 0 0 0 0,-1 0 0 0 0,1 0-1 0 0,0 0 1 0 0,-1 0 0 0 0,1 1 0 0 0,0-1 0 0 0,-1 0 0 0 0,1 0 0 0 0,0 0 0 0 0,-1 0 0 0 0,1 1 0 0 0,0-1 0 0 0,0 0 0 0 0,-1 0-1 0 0,1 1 1 0 0,-11 18 684 0 0,9-14-627 0 0,0 0 0 0 0,1-1 0 0 0,0 1 0 0 0,0 0 0 0 0,0 0 0 0 0,0 0 0 0 0,1-1 0 0 0,0 1 0 0 0,0 0 0 0 0,0 0 0 0 0,2 6 0 0 0,8-48-263 0 0,-5 18-3163 0 0</inkml:trace>
</inkml:ink>
</file>

<file path=ppt/ink/ink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01T23:50:09.533"/>
    </inkml:context>
    <inkml:brush xml:id="br0">
      <inkml:brushProperty name="width" value="0.05" units="cm"/>
      <inkml:brushProperty name="height" value="0.05" units="cm"/>
      <inkml:brushProperty name="color" value="#E71224"/>
    </inkml:brush>
  </inkml:definitions>
  <inkml:trace contextRef="#ctx0" brushRef="#br0">0 73 2303 0 0,'0'-1'120'0'0,"0"1"-1"0"0,0-1 0 0 0,0 0 0 0 0,0 1 1 0 0,0-1-1 0 0,1 1 0 0 0,-1-1 0 0 0,0 0 0 0 0,0 1 1 0 0,0-1-1 0 0,1 1 0 0 0,-1-1 0 0 0,0 1 0 0 0,0-1 1 0 0,1 1-1 0 0,-1-1 0 0 0,0 1 0 0 0,1-1 1 0 0,-1 1-1 0 0,1 0 0 0 0,-1-1 0 0 0,1 1 0 0 0,-1-1 1 0 0,1 1-1 0 0,-1 0 0 0 0,1 0 0 0 0,0-1 1 0 0,17-11 3027 0 0,-5 5-1840 0 0,1 0-1 0 0,0 1 1 0 0,1 0 0 0 0,-1 1 0 0 0,1 1 0 0 0,17-3 0 0 0,-26 6-1092 0 0,0-1 0 0 0,0 2 0 0 0,0-1 0 0 0,0 1 0 0 0,1 0 0 0 0,-1 0 0 0 0,0 1 0 0 0,0-1 0 0 0,0 1 0 0 0,0 1 0 0 0,0-1 0 0 0,0 1 0 0 0,0 0 0 0 0,-1 1 0 0 0,1-1 0 0 0,0 1 0 0 0,-1 0 0 0 0,6 5 0 0 0,-8-6-176 0 0,-1 1 1 0 0,0 0-1 0 0,0 0 0 0 0,0 0 1 0 0,-1 0-1 0 0,1 0 0 0 0,-1 0 1 0 0,1 0-1 0 0,-1 1 1 0 0,0-1-1 0 0,0 0 0 0 0,-1 1 1 0 0,1-1-1 0 0,-1 1 0 0 0,0-1 1 0 0,1 1-1 0 0,-2-1 0 0 0,1 1 1 0 0,0-1-1 0 0,-1 1 1 0 0,1-1-1 0 0,-1 0 0 0 0,-1 5 1 0 0,-4 11 18 0 0,-1-1 1 0 0,-16 35-1 0 0,14-34-14 0 0,-87 164 51 0 0,3-5-554 0 0,89-165-609 0 0</inkml:trace>
</inkml:ink>
</file>

<file path=ppt/ink/ink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01T23:50:09.839"/>
    </inkml:context>
    <inkml:brush xml:id="br0">
      <inkml:brushProperty name="width" value="0.05" units="cm"/>
      <inkml:brushProperty name="height" value="0.05" units="cm"/>
      <inkml:brushProperty name="color" value="#E71224"/>
    </inkml:brush>
  </inkml:definitions>
  <inkml:trace contextRef="#ctx0" brushRef="#br0">1 75 6447 0 0,'0'-1'108'0'0,"0"1"-1"0"0,0-1 1 0 0,1 1-1 0 0,-1-1 1 0 0,0 1 0 0 0,0 0-1 0 0,1-1 1 0 0,-1 1-1 0 0,0-1 1 0 0,0 1-1 0 0,1-1 1 0 0,-1 1-1 0 0,0 0 1 0 0,1-1-1 0 0,-1 1 1 0 0,1 0-1 0 0,-1-1 1 0 0,1 1-1 0 0,-1 0 1 0 0,0 0-1 0 0,1-1 1 0 0,-1 1-1 0 0,1 0 1 0 0,-1 0-1 0 0,1 0 1 0 0,-1 0-1 0 0,2 0 1 0 0,21-11 2558 0 0,-20 9-2432 0 0,23-9 2496 0 0,1 0-1 0 0,31-8 1 0 0,-42 16-2445 0 0,-1-1 1 0 0,1 2 0 0 0,-1 0 0 0 0,1 1 0 0 0,26 2 0 0 0,-34 1-1687 0 0,-2 0-3423 0 0</inkml:trace>
</inkml:ink>
</file>

<file path=ppt/ink/ink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01T23:50:10.149"/>
    </inkml:context>
    <inkml:brush xml:id="br0">
      <inkml:brushProperty name="width" value="0.05" units="cm"/>
      <inkml:brushProperty name="height" value="0.05" units="cm"/>
      <inkml:brushProperty name="color" value="#E71224"/>
    </inkml:brush>
  </inkml:definitions>
  <inkml:trace contextRef="#ctx0" brushRef="#br0">9 211 7831 0 0,'2'10'811'0'0,"-2"1"-1"0"0,1-1 0 0 0,-1 1 0 0 0,-1-1 0 0 0,0 1 0 0 0,-2 12 0 0 0,-2 18 1046 0 0,4-20-833 0 0,0 55 1981 0 0,1-71-2826 0 0,1 0 0 0 0,0 0-1 0 0,0-1 1 0 0,0 1 0 0 0,0 0 0 0 0,1-1 0 0 0,-1 1-1 0 0,1-1 1 0 0,0 1 0 0 0,1-1 0 0 0,-1 0 0 0 0,6 7 0 0 0,-6-9-144 0 0,-1-1 1 0 0,0 0-1 0 0,1 0 1 0 0,-1 0 0 0 0,1 1-1 0 0,-1-1 1 0 0,1-1 0 0 0,-1 1-1 0 0,1 0 1 0 0,0 0 0 0 0,0-1-1 0 0,-1 1 1 0 0,1-1-1 0 0,0 1 1 0 0,0-1 0 0 0,0 0-1 0 0,-1 1 1 0 0,1-1 0 0 0,3-1-1 0 0,-1 1 3 0 0,0-1 1 0 0,0 0-1 0 0,0 0 0 0 0,0 0 0 0 0,0-1 0 0 0,-1 1 0 0 0,1-1 0 0 0,5-4 1 0 0,5-4 24 0 0,-2 0 0 0 0,1 0 0 0 0,15-19 0 0 0,-27 28-52 0 0,36-40 120 0 0,-2 0 0 0 0,42-65 0 0 0,-63 83-90 0 0,0 0 1 0 0,-2-1-1 0 0,0-1 1 0 0,-2 0-1 0 0,-1-1 1 0 0,11-47-1 0 0,-17 40-1264 0 0,-1 34 304 0 0</inkml:trace>
</inkml:ink>
</file>

<file path=ppt/ink/ink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01T23:50:11.092"/>
    </inkml:context>
    <inkml:brush xml:id="br0">
      <inkml:brushProperty name="width" value="0.05" units="cm"/>
      <inkml:brushProperty name="height" value="0.05" units="cm"/>
      <inkml:brushProperty name="color" value="#E71224"/>
    </inkml:brush>
  </inkml:definitions>
  <inkml:trace contextRef="#ctx0" brushRef="#br0">0 298 2759 0 0,'0'0'170'0'0,"0"-1"-1"0"0,0 1 0 0 0,0-1 0 0 0,0 0 0 0 0,0 1 0 0 0,0-1 0 0 0,0 1 0 0 0,0-1 0 0 0,1 1 0 0 0,-1-1 0 0 0,0 0 0 0 0,0 1 1 0 0,0-1-1 0 0,1 1 0 0 0,-1-1 0 0 0,0 1 0 0 0,0-1 0 0 0,1 1 0 0 0,-1-1 0 0 0,1 1 0 0 0,-1-1 0 0 0,0 1 0 0 0,1-1 1 0 0,-1 1-1 0 0,1 0 0 0 0,-1-1 0 0 0,1 1 0 0 0,-1 0 0 0 0,1-1 0 0 0,-1 1 0 0 0,1 0 0 0 0,-1 0 0 0 0,1 0 0 0 0,0-1 0 0 0,-1 1 1 0 0,1 0-1 0 0,0 0 0 0 0,30-8 3623 0 0,-24 6-2791 0 0,57-18 3070 0 0,-32 9-2792 0 0,38-8 0 0 0,160-47 276 0 0,-25 6-923 0 0,-63 32-227 0 0,263-20 0 0 0,-284 39-299 0 0,-15 4 63 0 0,-7 1 58 0 0,-4 3 742 0 0,-6 2 40 0 0,-4-1-1555 0 0,-3 1-292 0 0,-72-1 790 0 0,118 8 395 0 0,-126-8-337 0 0,-1-1 1 0 0,0 1-1 0 0,1 0 0 0 0,-1 0 1 0 0,0 1-1 0 0,0-1 0 0 0,1 0 1 0 0,-1 0-1 0 0,0 1 0 0 0,0-1 1 0 0,1 1-1 0 0,-1-1 0 0 0,0 1 1 0 0,0-1-1 0 0,0 1 0 0 0,0 0 1 0 0,0-1-1 0 0,0 1 0 0 0,0 0 1 0 0,0 0-1 0 0,0 0 0 0 0,0 0 1 0 0,0 0-1 0 0,0 0 0 0 0,0 0 1 0 0,-1 0-1 0 0,1 0 0 0 0,-1 0 1 0 0,1 0-1 0 0,-1 1 0 0 0,2 1 1 0 0,-2-3-114 0 0,-12-4-2962 0 0,7 4 1838 0 0</inkml:trace>
</inkml:ink>
</file>

<file path=ppt/ink/ink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01T23:50:11.511"/>
    </inkml:context>
    <inkml:brush xml:id="br0">
      <inkml:brushProperty name="width" value="0.05" units="cm"/>
      <inkml:brushProperty name="height" value="0.05" units="cm"/>
      <inkml:brushProperty name="color" value="#E71224"/>
    </inkml:brush>
  </inkml:definitions>
  <inkml:trace contextRef="#ctx0" brushRef="#br0">31 19 2303 0 0,'-30'-19'17830'0'0,"30"19"-17671"0"0,20 0 1275 0 0,-6 2-1130 0 0,0 0 0 0 0,0 1 0 0 0,0 1 1 0 0,0 0-1 0 0,-1 1 0 0 0,17 8 0 0 0,34 14-171 0 0,-48-21 102 0 0,-2 2-123 0 0,-3-2-89 0 0,10 3 61 0 0,-2 2 1 0 0,0 0-1 0 0,30 24 0 0 0,-46-32-63 0 0,1 0 0 0 0,-1 0 0 0 0,0 0 1 0 0,-1 1-1 0 0,1-1 0 0 0,0 1 0 0 0,-1-1 0 0 0,0 1 0 0 0,0 0 0 0 0,0 0 0 0 0,0 0 1 0 0,-1 0-1 0 0,0 0 0 0 0,1 0 0 0 0,-2 1 0 0 0,1-1 0 0 0,0 6 0 0 0,-1-4 15 0 0,-1 0 1 0 0,1 0-1 0 0,-1 0 0 0 0,-1-1 0 0 0,1 1 0 0 0,-1 0 1 0 0,0 0-1 0 0,-1-1 0 0 0,1 1 0 0 0,-1-1 0 0 0,0 0 1 0 0,-4 6-1 0 0,-31 41 228 0 0,-64 66 1 0 0,-19 26 91 0 0,99-115-813 0 0,-39 43 1 0 0,81-96-1958 0 0,-12 18 1877 0 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CA"/>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AB285F0-8ADE-4B36-85C9-A011F8DDBAC1}" type="datetimeFigureOut">
              <a:rPr lang="en-CA" smtClean="0"/>
              <a:t>2026-01-29</a:t>
            </a:fld>
            <a:endParaRPr lang="en-CA"/>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CA"/>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CA"/>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FDADA90-680C-4DE1-B49A-5B2D96D5910C}" type="slidenum">
              <a:rPr lang="en-CA" smtClean="0"/>
              <a:t>‹#›</a:t>
            </a:fld>
            <a:endParaRPr lang="en-CA"/>
          </a:p>
        </p:txBody>
      </p:sp>
    </p:spTree>
    <p:extLst>
      <p:ext uri="{BB962C8B-B14F-4D97-AF65-F5344CB8AC3E}">
        <p14:creationId xmlns:p14="http://schemas.microsoft.com/office/powerpoint/2010/main" val="405672432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5"/>
          </p:nvPr>
        </p:nvSpPr>
        <p:spPr/>
        <p:txBody>
          <a:bodyPr/>
          <a:lstStyle/>
          <a:p>
            <a:fld id="{4FDADA90-680C-4DE1-B49A-5B2D96D5910C}" type="slidenum">
              <a:rPr lang="en-CA" smtClean="0"/>
              <a:t>8</a:t>
            </a:fld>
            <a:endParaRPr lang="en-CA"/>
          </a:p>
        </p:txBody>
      </p:sp>
    </p:spTree>
    <p:extLst>
      <p:ext uri="{BB962C8B-B14F-4D97-AF65-F5344CB8AC3E}">
        <p14:creationId xmlns:p14="http://schemas.microsoft.com/office/powerpoint/2010/main" val="92337738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3FE936-04FB-6E02-7CB3-3FB7EF95F400}"/>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CA"/>
          </a:p>
        </p:txBody>
      </p:sp>
      <p:sp>
        <p:nvSpPr>
          <p:cNvPr id="3" name="Subtitle 2">
            <a:extLst>
              <a:ext uri="{FF2B5EF4-FFF2-40B4-BE49-F238E27FC236}">
                <a16:creationId xmlns:a16="http://schemas.microsoft.com/office/drawing/2014/main" id="{88EFAC35-C91D-B985-D62E-1F756A94336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CA"/>
          </a:p>
        </p:txBody>
      </p:sp>
      <p:sp>
        <p:nvSpPr>
          <p:cNvPr id="4" name="Date Placeholder 3">
            <a:extLst>
              <a:ext uri="{FF2B5EF4-FFF2-40B4-BE49-F238E27FC236}">
                <a16:creationId xmlns:a16="http://schemas.microsoft.com/office/drawing/2014/main" id="{3F78F123-6D5A-5B38-B9A8-35C57BEC18EC}"/>
              </a:ext>
            </a:extLst>
          </p:cNvPr>
          <p:cNvSpPr>
            <a:spLocks noGrp="1"/>
          </p:cNvSpPr>
          <p:nvPr>
            <p:ph type="dt" sz="half" idx="10"/>
          </p:nvPr>
        </p:nvSpPr>
        <p:spPr/>
        <p:txBody>
          <a:bodyPr/>
          <a:lstStyle/>
          <a:p>
            <a:fld id="{771D0D66-2884-4117-A342-5675C437AD5F}" type="datetimeFigureOut">
              <a:rPr lang="en-CA" smtClean="0"/>
              <a:t>2026-01-29</a:t>
            </a:fld>
            <a:endParaRPr lang="en-CA"/>
          </a:p>
        </p:txBody>
      </p:sp>
      <p:sp>
        <p:nvSpPr>
          <p:cNvPr id="5" name="Footer Placeholder 4">
            <a:extLst>
              <a:ext uri="{FF2B5EF4-FFF2-40B4-BE49-F238E27FC236}">
                <a16:creationId xmlns:a16="http://schemas.microsoft.com/office/drawing/2014/main" id="{6A735F4C-1381-23E0-A91D-8253318DCF8E}"/>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342911E9-8C45-911C-80EB-51ECD8D56266}"/>
              </a:ext>
            </a:extLst>
          </p:cNvPr>
          <p:cNvSpPr>
            <a:spLocks noGrp="1"/>
          </p:cNvSpPr>
          <p:nvPr>
            <p:ph type="sldNum" sz="quarter" idx="12"/>
          </p:nvPr>
        </p:nvSpPr>
        <p:spPr/>
        <p:txBody>
          <a:bodyPr/>
          <a:lstStyle/>
          <a:p>
            <a:fld id="{1053CC88-9794-4939-BCFB-90AA71AB09A4}" type="slidenum">
              <a:rPr lang="en-CA" smtClean="0"/>
              <a:t>‹#›</a:t>
            </a:fld>
            <a:endParaRPr lang="en-CA"/>
          </a:p>
        </p:txBody>
      </p:sp>
    </p:spTree>
    <p:extLst>
      <p:ext uri="{BB962C8B-B14F-4D97-AF65-F5344CB8AC3E}">
        <p14:creationId xmlns:p14="http://schemas.microsoft.com/office/powerpoint/2010/main" val="20154513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BD5A5B-F708-E7D3-81AB-84009A091B9D}"/>
              </a:ext>
            </a:extLst>
          </p:cNvPr>
          <p:cNvSpPr>
            <a:spLocks noGrp="1"/>
          </p:cNvSpPr>
          <p:nvPr>
            <p:ph type="title"/>
          </p:nvPr>
        </p:nvSpPr>
        <p:spPr/>
        <p:txBody>
          <a:bodyPr/>
          <a:lstStyle/>
          <a:p>
            <a:r>
              <a:rPr lang="en-US"/>
              <a:t>Click to edit Master title style</a:t>
            </a:r>
            <a:endParaRPr lang="en-CA"/>
          </a:p>
        </p:txBody>
      </p:sp>
      <p:sp>
        <p:nvSpPr>
          <p:cNvPr id="3" name="Content Placeholder 2">
            <a:extLst>
              <a:ext uri="{FF2B5EF4-FFF2-40B4-BE49-F238E27FC236}">
                <a16:creationId xmlns:a16="http://schemas.microsoft.com/office/drawing/2014/main" id="{C7119453-8B48-B86A-FFD1-6232017559F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a:extLst>
              <a:ext uri="{FF2B5EF4-FFF2-40B4-BE49-F238E27FC236}">
                <a16:creationId xmlns:a16="http://schemas.microsoft.com/office/drawing/2014/main" id="{AEF981EA-26CC-219F-5360-DDAADC5C1311}"/>
              </a:ext>
            </a:extLst>
          </p:cNvPr>
          <p:cNvSpPr>
            <a:spLocks noGrp="1"/>
          </p:cNvSpPr>
          <p:nvPr>
            <p:ph type="dt" sz="half" idx="10"/>
          </p:nvPr>
        </p:nvSpPr>
        <p:spPr/>
        <p:txBody>
          <a:bodyPr/>
          <a:lstStyle/>
          <a:p>
            <a:fld id="{771D0D66-2884-4117-A342-5675C437AD5F}" type="datetimeFigureOut">
              <a:rPr lang="en-CA" smtClean="0"/>
              <a:t>2026-01-29</a:t>
            </a:fld>
            <a:endParaRPr lang="en-CA"/>
          </a:p>
        </p:txBody>
      </p:sp>
      <p:sp>
        <p:nvSpPr>
          <p:cNvPr id="5" name="Footer Placeholder 4">
            <a:extLst>
              <a:ext uri="{FF2B5EF4-FFF2-40B4-BE49-F238E27FC236}">
                <a16:creationId xmlns:a16="http://schemas.microsoft.com/office/drawing/2014/main" id="{FD1A3B56-CE9F-9CAA-4F9A-1C6762545254}"/>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B76F1737-0D70-12D3-69F4-606FEA87870D}"/>
              </a:ext>
            </a:extLst>
          </p:cNvPr>
          <p:cNvSpPr>
            <a:spLocks noGrp="1"/>
          </p:cNvSpPr>
          <p:nvPr>
            <p:ph type="sldNum" sz="quarter" idx="12"/>
          </p:nvPr>
        </p:nvSpPr>
        <p:spPr/>
        <p:txBody>
          <a:bodyPr/>
          <a:lstStyle/>
          <a:p>
            <a:fld id="{1053CC88-9794-4939-BCFB-90AA71AB09A4}" type="slidenum">
              <a:rPr lang="en-CA" smtClean="0"/>
              <a:t>‹#›</a:t>
            </a:fld>
            <a:endParaRPr lang="en-CA"/>
          </a:p>
        </p:txBody>
      </p:sp>
    </p:spTree>
    <p:extLst>
      <p:ext uri="{BB962C8B-B14F-4D97-AF65-F5344CB8AC3E}">
        <p14:creationId xmlns:p14="http://schemas.microsoft.com/office/powerpoint/2010/main" val="379538256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8D5472-432B-3C21-DB8F-85E036EC183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CA"/>
          </a:p>
        </p:txBody>
      </p:sp>
      <p:sp>
        <p:nvSpPr>
          <p:cNvPr id="3" name="Text Placeholder 2">
            <a:extLst>
              <a:ext uri="{FF2B5EF4-FFF2-40B4-BE49-F238E27FC236}">
                <a16:creationId xmlns:a16="http://schemas.microsoft.com/office/drawing/2014/main" id="{28DEC946-6518-57D6-22BA-472241A857AB}"/>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4272D23-1B73-0BB1-F699-B34CA4A16563}"/>
              </a:ext>
            </a:extLst>
          </p:cNvPr>
          <p:cNvSpPr>
            <a:spLocks noGrp="1"/>
          </p:cNvSpPr>
          <p:nvPr>
            <p:ph type="dt" sz="half" idx="10"/>
          </p:nvPr>
        </p:nvSpPr>
        <p:spPr/>
        <p:txBody>
          <a:bodyPr/>
          <a:lstStyle/>
          <a:p>
            <a:fld id="{771D0D66-2884-4117-A342-5675C437AD5F}" type="datetimeFigureOut">
              <a:rPr lang="en-CA" smtClean="0"/>
              <a:t>2026-01-29</a:t>
            </a:fld>
            <a:endParaRPr lang="en-CA"/>
          </a:p>
        </p:txBody>
      </p:sp>
      <p:sp>
        <p:nvSpPr>
          <p:cNvPr id="5" name="Footer Placeholder 4">
            <a:extLst>
              <a:ext uri="{FF2B5EF4-FFF2-40B4-BE49-F238E27FC236}">
                <a16:creationId xmlns:a16="http://schemas.microsoft.com/office/drawing/2014/main" id="{5944A8D5-E5D8-13D0-4875-883BBEB9B40D}"/>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58457802-385C-43C4-975E-CD2063C09764}"/>
              </a:ext>
            </a:extLst>
          </p:cNvPr>
          <p:cNvSpPr>
            <a:spLocks noGrp="1"/>
          </p:cNvSpPr>
          <p:nvPr>
            <p:ph type="sldNum" sz="quarter" idx="12"/>
          </p:nvPr>
        </p:nvSpPr>
        <p:spPr/>
        <p:txBody>
          <a:bodyPr/>
          <a:lstStyle/>
          <a:p>
            <a:fld id="{1053CC88-9794-4939-BCFB-90AA71AB09A4}" type="slidenum">
              <a:rPr lang="en-CA" smtClean="0"/>
              <a:t>‹#›</a:t>
            </a:fld>
            <a:endParaRPr lang="en-CA"/>
          </a:p>
        </p:txBody>
      </p:sp>
    </p:spTree>
    <p:extLst>
      <p:ext uri="{BB962C8B-B14F-4D97-AF65-F5344CB8AC3E}">
        <p14:creationId xmlns:p14="http://schemas.microsoft.com/office/powerpoint/2010/main" val="58467461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7713F4-563F-C786-9F65-3FF3DC8A8CF3}"/>
              </a:ext>
            </a:extLst>
          </p:cNvPr>
          <p:cNvSpPr>
            <a:spLocks noGrp="1"/>
          </p:cNvSpPr>
          <p:nvPr>
            <p:ph type="title"/>
          </p:nvPr>
        </p:nvSpPr>
        <p:spPr/>
        <p:txBody>
          <a:bodyPr/>
          <a:lstStyle/>
          <a:p>
            <a:r>
              <a:rPr lang="en-US"/>
              <a:t>Click to edit Master title style</a:t>
            </a:r>
            <a:endParaRPr lang="en-CA"/>
          </a:p>
        </p:txBody>
      </p:sp>
      <p:sp>
        <p:nvSpPr>
          <p:cNvPr id="3" name="Content Placeholder 2">
            <a:extLst>
              <a:ext uri="{FF2B5EF4-FFF2-40B4-BE49-F238E27FC236}">
                <a16:creationId xmlns:a16="http://schemas.microsoft.com/office/drawing/2014/main" id="{9AAC5E20-6B19-8E32-6FCB-D55F0223386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Content Placeholder 3">
            <a:extLst>
              <a:ext uri="{FF2B5EF4-FFF2-40B4-BE49-F238E27FC236}">
                <a16:creationId xmlns:a16="http://schemas.microsoft.com/office/drawing/2014/main" id="{B0626868-57A3-A2B5-FA95-0257F1123121}"/>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5" name="Date Placeholder 4">
            <a:extLst>
              <a:ext uri="{FF2B5EF4-FFF2-40B4-BE49-F238E27FC236}">
                <a16:creationId xmlns:a16="http://schemas.microsoft.com/office/drawing/2014/main" id="{FF3D2C59-9AC1-C8CD-6F97-4ADFFBBE624F}"/>
              </a:ext>
            </a:extLst>
          </p:cNvPr>
          <p:cNvSpPr>
            <a:spLocks noGrp="1"/>
          </p:cNvSpPr>
          <p:nvPr>
            <p:ph type="dt" sz="half" idx="10"/>
          </p:nvPr>
        </p:nvSpPr>
        <p:spPr/>
        <p:txBody>
          <a:bodyPr/>
          <a:lstStyle/>
          <a:p>
            <a:fld id="{771D0D66-2884-4117-A342-5675C437AD5F}" type="datetimeFigureOut">
              <a:rPr lang="en-CA" smtClean="0"/>
              <a:t>2026-01-29</a:t>
            </a:fld>
            <a:endParaRPr lang="en-CA"/>
          </a:p>
        </p:txBody>
      </p:sp>
      <p:sp>
        <p:nvSpPr>
          <p:cNvPr id="6" name="Footer Placeholder 5">
            <a:extLst>
              <a:ext uri="{FF2B5EF4-FFF2-40B4-BE49-F238E27FC236}">
                <a16:creationId xmlns:a16="http://schemas.microsoft.com/office/drawing/2014/main" id="{514E8AD7-0134-E3EC-91EB-95EF3A7F0056}"/>
              </a:ext>
            </a:extLst>
          </p:cNvPr>
          <p:cNvSpPr>
            <a:spLocks noGrp="1"/>
          </p:cNvSpPr>
          <p:nvPr>
            <p:ph type="ftr" sz="quarter" idx="11"/>
          </p:nvPr>
        </p:nvSpPr>
        <p:spPr/>
        <p:txBody>
          <a:bodyPr/>
          <a:lstStyle/>
          <a:p>
            <a:endParaRPr lang="en-CA"/>
          </a:p>
        </p:txBody>
      </p:sp>
      <p:sp>
        <p:nvSpPr>
          <p:cNvPr id="7" name="Slide Number Placeholder 6">
            <a:extLst>
              <a:ext uri="{FF2B5EF4-FFF2-40B4-BE49-F238E27FC236}">
                <a16:creationId xmlns:a16="http://schemas.microsoft.com/office/drawing/2014/main" id="{D496CF32-D317-4713-325D-7E3762DCAD85}"/>
              </a:ext>
            </a:extLst>
          </p:cNvPr>
          <p:cNvSpPr>
            <a:spLocks noGrp="1"/>
          </p:cNvSpPr>
          <p:nvPr>
            <p:ph type="sldNum" sz="quarter" idx="12"/>
          </p:nvPr>
        </p:nvSpPr>
        <p:spPr/>
        <p:txBody>
          <a:bodyPr/>
          <a:lstStyle/>
          <a:p>
            <a:fld id="{1053CC88-9794-4939-BCFB-90AA71AB09A4}" type="slidenum">
              <a:rPr lang="en-CA" smtClean="0"/>
              <a:t>‹#›</a:t>
            </a:fld>
            <a:endParaRPr lang="en-CA"/>
          </a:p>
        </p:txBody>
      </p:sp>
    </p:spTree>
    <p:extLst>
      <p:ext uri="{BB962C8B-B14F-4D97-AF65-F5344CB8AC3E}">
        <p14:creationId xmlns:p14="http://schemas.microsoft.com/office/powerpoint/2010/main" val="76311753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25F4E7-130F-DA5D-AE2F-D77B1FC84D69}"/>
              </a:ext>
            </a:extLst>
          </p:cNvPr>
          <p:cNvSpPr>
            <a:spLocks noGrp="1"/>
          </p:cNvSpPr>
          <p:nvPr>
            <p:ph type="title"/>
          </p:nvPr>
        </p:nvSpPr>
        <p:spPr>
          <a:xfrm>
            <a:off x="839788" y="365125"/>
            <a:ext cx="10515600" cy="1325563"/>
          </a:xfrm>
        </p:spPr>
        <p:txBody>
          <a:bodyPr/>
          <a:lstStyle/>
          <a:p>
            <a:r>
              <a:rPr lang="en-US"/>
              <a:t>Click to edit Master title style</a:t>
            </a:r>
            <a:endParaRPr lang="en-CA"/>
          </a:p>
        </p:txBody>
      </p:sp>
      <p:sp>
        <p:nvSpPr>
          <p:cNvPr id="3" name="Text Placeholder 2">
            <a:extLst>
              <a:ext uri="{FF2B5EF4-FFF2-40B4-BE49-F238E27FC236}">
                <a16:creationId xmlns:a16="http://schemas.microsoft.com/office/drawing/2014/main" id="{A057DF68-A5FC-81D4-C800-FD33E3CD51C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55385C8D-EE06-F1C1-2365-F5346EF2FD89}"/>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5" name="Text Placeholder 4">
            <a:extLst>
              <a:ext uri="{FF2B5EF4-FFF2-40B4-BE49-F238E27FC236}">
                <a16:creationId xmlns:a16="http://schemas.microsoft.com/office/drawing/2014/main" id="{9D089A7D-1805-EA31-7B3B-5911956C83B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6749ED0-0130-339F-C26F-1013253B135D}"/>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7" name="Date Placeholder 6">
            <a:extLst>
              <a:ext uri="{FF2B5EF4-FFF2-40B4-BE49-F238E27FC236}">
                <a16:creationId xmlns:a16="http://schemas.microsoft.com/office/drawing/2014/main" id="{1288B126-9914-48CC-C64B-8803052B0579}"/>
              </a:ext>
            </a:extLst>
          </p:cNvPr>
          <p:cNvSpPr>
            <a:spLocks noGrp="1"/>
          </p:cNvSpPr>
          <p:nvPr>
            <p:ph type="dt" sz="half" idx="10"/>
          </p:nvPr>
        </p:nvSpPr>
        <p:spPr/>
        <p:txBody>
          <a:bodyPr/>
          <a:lstStyle/>
          <a:p>
            <a:fld id="{771D0D66-2884-4117-A342-5675C437AD5F}" type="datetimeFigureOut">
              <a:rPr lang="en-CA" smtClean="0"/>
              <a:t>2026-01-29</a:t>
            </a:fld>
            <a:endParaRPr lang="en-CA"/>
          </a:p>
        </p:txBody>
      </p:sp>
      <p:sp>
        <p:nvSpPr>
          <p:cNvPr id="8" name="Footer Placeholder 7">
            <a:extLst>
              <a:ext uri="{FF2B5EF4-FFF2-40B4-BE49-F238E27FC236}">
                <a16:creationId xmlns:a16="http://schemas.microsoft.com/office/drawing/2014/main" id="{1434243D-C7FD-1BBD-D862-288958224D6A}"/>
              </a:ext>
            </a:extLst>
          </p:cNvPr>
          <p:cNvSpPr>
            <a:spLocks noGrp="1"/>
          </p:cNvSpPr>
          <p:nvPr>
            <p:ph type="ftr" sz="quarter" idx="11"/>
          </p:nvPr>
        </p:nvSpPr>
        <p:spPr/>
        <p:txBody>
          <a:bodyPr/>
          <a:lstStyle/>
          <a:p>
            <a:endParaRPr lang="en-CA"/>
          </a:p>
        </p:txBody>
      </p:sp>
      <p:sp>
        <p:nvSpPr>
          <p:cNvPr id="9" name="Slide Number Placeholder 8">
            <a:extLst>
              <a:ext uri="{FF2B5EF4-FFF2-40B4-BE49-F238E27FC236}">
                <a16:creationId xmlns:a16="http://schemas.microsoft.com/office/drawing/2014/main" id="{D3F401A0-4E6E-0F90-97D4-13E0EB2ACEEB}"/>
              </a:ext>
            </a:extLst>
          </p:cNvPr>
          <p:cNvSpPr>
            <a:spLocks noGrp="1"/>
          </p:cNvSpPr>
          <p:nvPr>
            <p:ph type="sldNum" sz="quarter" idx="12"/>
          </p:nvPr>
        </p:nvSpPr>
        <p:spPr/>
        <p:txBody>
          <a:bodyPr/>
          <a:lstStyle/>
          <a:p>
            <a:fld id="{1053CC88-9794-4939-BCFB-90AA71AB09A4}" type="slidenum">
              <a:rPr lang="en-CA" smtClean="0"/>
              <a:t>‹#›</a:t>
            </a:fld>
            <a:endParaRPr lang="en-CA"/>
          </a:p>
        </p:txBody>
      </p:sp>
    </p:spTree>
    <p:extLst>
      <p:ext uri="{BB962C8B-B14F-4D97-AF65-F5344CB8AC3E}">
        <p14:creationId xmlns:p14="http://schemas.microsoft.com/office/powerpoint/2010/main" val="107086034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8AF663-E2E8-4F12-C106-31B257A9E0CD}"/>
              </a:ext>
            </a:extLst>
          </p:cNvPr>
          <p:cNvSpPr>
            <a:spLocks noGrp="1"/>
          </p:cNvSpPr>
          <p:nvPr>
            <p:ph type="title"/>
          </p:nvPr>
        </p:nvSpPr>
        <p:spPr/>
        <p:txBody>
          <a:bodyPr/>
          <a:lstStyle/>
          <a:p>
            <a:r>
              <a:rPr lang="en-US"/>
              <a:t>Click to edit Master title style</a:t>
            </a:r>
            <a:endParaRPr lang="en-CA"/>
          </a:p>
        </p:txBody>
      </p:sp>
      <p:sp>
        <p:nvSpPr>
          <p:cNvPr id="3" name="Date Placeholder 2">
            <a:extLst>
              <a:ext uri="{FF2B5EF4-FFF2-40B4-BE49-F238E27FC236}">
                <a16:creationId xmlns:a16="http://schemas.microsoft.com/office/drawing/2014/main" id="{1CCBC991-FF03-09AE-630C-EBDB093F794A}"/>
              </a:ext>
            </a:extLst>
          </p:cNvPr>
          <p:cNvSpPr>
            <a:spLocks noGrp="1"/>
          </p:cNvSpPr>
          <p:nvPr>
            <p:ph type="dt" sz="half" idx="10"/>
          </p:nvPr>
        </p:nvSpPr>
        <p:spPr/>
        <p:txBody>
          <a:bodyPr/>
          <a:lstStyle/>
          <a:p>
            <a:fld id="{771D0D66-2884-4117-A342-5675C437AD5F}" type="datetimeFigureOut">
              <a:rPr lang="en-CA" smtClean="0"/>
              <a:t>2026-01-29</a:t>
            </a:fld>
            <a:endParaRPr lang="en-CA"/>
          </a:p>
        </p:txBody>
      </p:sp>
      <p:sp>
        <p:nvSpPr>
          <p:cNvPr id="4" name="Footer Placeholder 3">
            <a:extLst>
              <a:ext uri="{FF2B5EF4-FFF2-40B4-BE49-F238E27FC236}">
                <a16:creationId xmlns:a16="http://schemas.microsoft.com/office/drawing/2014/main" id="{2794EBD0-DE63-EF21-08D5-8AE473C93BDC}"/>
              </a:ext>
            </a:extLst>
          </p:cNvPr>
          <p:cNvSpPr>
            <a:spLocks noGrp="1"/>
          </p:cNvSpPr>
          <p:nvPr>
            <p:ph type="ftr" sz="quarter" idx="11"/>
          </p:nvPr>
        </p:nvSpPr>
        <p:spPr/>
        <p:txBody>
          <a:bodyPr/>
          <a:lstStyle/>
          <a:p>
            <a:endParaRPr lang="en-CA"/>
          </a:p>
        </p:txBody>
      </p:sp>
      <p:sp>
        <p:nvSpPr>
          <p:cNvPr id="5" name="Slide Number Placeholder 4">
            <a:extLst>
              <a:ext uri="{FF2B5EF4-FFF2-40B4-BE49-F238E27FC236}">
                <a16:creationId xmlns:a16="http://schemas.microsoft.com/office/drawing/2014/main" id="{609EF6D3-9DFA-C6D2-7818-13AE1E90A995}"/>
              </a:ext>
            </a:extLst>
          </p:cNvPr>
          <p:cNvSpPr>
            <a:spLocks noGrp="1"/>
          </p:cNvSpPr>
          <p:nvPr>
            <p:ph type="sldNum" sz="quarter" idx="12"/>
          </p:nvPr>
        </p:nvSpPr>
        <p:spPr/>
        <p:txBody>
          <a:bodyPr/>
          <a:lstStyle/>
          <a:p>
            <a:fld id="{1053CC88-9794-4939-BCFB-90AA71AB09A4}" type="slidenum">
              <a:rPr lang="en-CA" smtClean="0"/>
              <a:t>‹#›</a:t>
            </a:fld>
            <a:endParaRPr lang="en-CA"/>
          </a:p>
        </p:txBody>
      </p:sp>
    </p:spTree>
    <p:extLst>
      <p:ext uri="{BB962C8B-B14F-4D97-AF65-F5344CB8AC3E}">
        <p14:creationId xmlns:p14="http://schemas.microsoft.com/office/powerpoint/2010/main" val="111577578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85009A2-C910-2C2B-EFFE-A842CB403BC6}"/>
              </a:ext>
            </a:extLst>
          </p:cNvPr>
          <p:cNvSpPr>
            <a:spLocks noGrp="1"/>
          </p:cNvSpPr>
          <p:nvPr>
            <p:ph type="dt" sz="half" idx="10"/>
          </p:nvPr>
        </p:nvSpPr>
        <p:spPr/>
        <p:txBody>
          <a:bodyPr/>
          <a:lstStyle/>
          <a:p>
            <a:fld id="{771D0D66-2884-4117-A342-5675C437AD5F}" type="datetimeFigureOut">
              <a:rPr lang="en-CA" smtClean="0"/>
              <a:t>2026-01-29</a:t>
            </a:fld>
            <a:endParaRPr lang="en-CA"/>
          </a:p>
        </p:txBody>
      </p:sp>
      <p:sp>
        <p:nvSpPr>
          <p:cNvPr id="3" name="Footer Placeholder 2">
            <a:extLst>
              <a:ext uri="{FF2B5EF4-FFF2-40B4-BE49-F238E27FC236}">
                <a16:creationId xmlns:a16="http://schemas.microsoft.com/office/drawing/2014/main" id="{162B0491-AF5B-DDBA-5771-598BC9B9F6A5}"/>
              </a:ext>
            </a:extLst>
          </p:cNvPr>
          <p:cNvSpPr>
            <a:spLocks noGrp="1"/>
          </p:cNvSpPr>
          <p:nvPr>
            <p:ph type="ftr" sz="quarter" idx="11"/>
          </p:nvPr>
        </p:nvSpPr>
        <p:spPr/>
        <p:txBody>
          <a:bodyPr/>
          <a:lstStyle/>
          <a:p>
            <a:endParaRPr lang="en-CA"/>
          </a:p>
        </p:txBody>
      </p:sp>
      <p:sp>
        <p:nvSpPr>
          <p:cNvPr id="4" name="Slide Number Placeholder 3">
            <a:extLst>
              <a:ext uri="{FF2B5EF4-FFF2-40B4-BE49-F238E27FC236}">
                <a16:creationId xmlns:a16="http://schemas.microsoft.com/office/drawing/2014/main" id="{C48DE7D3-3108-A78F-4BD2-1C4DD9A7AFBF}"/>
              </a:ext>
            </a:extLst>
          </p:cNvPr>
          <p:cNvSpPr>
            <a:spLocks noGrp="1"/>
          </p:cNvSpPr>
          <p:nvPr>
            <p:ph type="sldNum" sz="quarter" idx="12"/>
          </p:nvPr>
        </p:nvSpPr>
        <p:spPr/>
        <p:txBody>
          <a:bodyPr/>
          <a:lstStyle/>
          <a:p>
            <a:fld id="{1053CC88-9794-4939-BCFB-90AA71AB09A4}" type="slidenum">
              <a:rPr lang="en-CA" smtClean="0"/>
              <a:t>‹#›</a:t>
            </a:fld>
            <a:endParaRPr lang="en-CA"/>
          </a:p>
        </p:txBody>
      </p:sp>
    </p:spTree>
    <p:extLst>
      <p:ext uri="{BB962C8B-B14F-4D97-AF65-F5344CB8AC3E}">
        <p14:creationId xmlns:p14="http://schemas.microsoft.com/office/powerpoint/2010/main" val="49909133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5279C7-C26C-8C52-1156-8490A24E130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CA"/>
          </a:p>
        </p:txBody>
      </p:sp>
      <p:sp>
        <p:nvSpPr>
          <p:cNvPr id="3" name="Content Placeholder 2">
            <a:extLst>
              <a:ext uri="{FF2B5EF4-FFF2-40B4-BE49-F238E27FC236}">
                <a16:creationId xmlns:a16="http://schemas.microsoft.com/office/drawing/2014/main" id="{1B7703D8-D03A-F5C6-F18C-6FB658BE065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Text Placeholder 3">
            <a:extLst>
              <a:ext uri="{FF2B5EF4-FFF2-40B4-BE49-F238E27FC236}">
                <a16:creationId xmlns:a16="http://schemas.microsoft.com/office/drawing/2014/main" id="{82E789C0-4ECC-4423-4A0D-1C0A6D3AE72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62DE008-59EE-5822-784F-2650962C74EE}"/>
              </a:ext>
            </a:extLst>
          </p:cNvPr>
          <p:cNvSpPr>
            <a:spLocks noGrp="1"/>
          </p:cNvSpPr>
          <p:nvPr>
            <p:ph type="dt" sz="half" idx="10"/>
          </p:nvPr>
        </p:nvSpPr>
        <p:spPr/>
        <p:txBody>
          <a:bodyPr/>
          <a:lstStyle/>
          <a:p>
            <a:fld id="{771D0D66-2884-4117-A342-5675C437AD5F}" type="datetimeFigureOut">
              <a:rPr lang="en-CA" smtClean="0"/>
              <a:t>2026-01-29</a:t>
            </a:fld>
            <a:endParaRPr lang="en-CA"/>
          </a:p>
        </p:txBody>
      </p:sp>
      <p:sp>
        <p:nvSpPr>
          <p:cNvPr id="6" name="Footer Placeholder 5">
            <a:extLst>
              <a:ext uri="{FF2B5EF4-FFF2-40B4-BE49-F238E27FC236}">
                <a16:creationId xmlns:a16="http://schemas.microsoft.com/office/drawing/2014/main" id="{6737F4CC-B7A9-2A9F-6CB7-4AF89E264EAE}"/>
              </a:ext>
            </a:extLst>
          </p:cNvPr>
          <p:cNvSpPr>
            <a:spLocks noGrp="1"/>
          </p:cNvSpPr>
          <p:nvPr>
            <p:ph type="ftr" sz="quarter" idx="11"/>
          </p:nvPr>
        </p:nvSpPr>
        <p:spPr/>
        <p:txBody>
          <a:bodyPr/>
          <a:lstStyle/>
          <a:p>
            <a:endParaRPr lang="en-CA"/>
          </a:p>
        </p:txBody>
      </p:sp>
      <p:sp>
        <p:nvSpPr>
          <p:cNvPr id="7" name="Slide Number Placeholder 6">
            <a:extLst>
              <a:ext uri="{FF2B5EF4-FFF2-40B4-BE49-F238E27FC236}">
                <a16:creationId xmlns:a16="http://schemas.microsoft.com/office/drawing/2014/main" id="{C0068E28-CCAD-B379-ED35-AE8BFC265CC4}"/>
              </a:ext>
            </a:extLst>
          </p:cNvPr>
          <p:cNvSpPr>
            <a:spLocks noGrp="1"/>
          </p:cNvSpPr>
          <p:nvPr>
            <p:ph type="sldNum" sz="quarter" idx="12"/>
          </p:nvPr>
        </p:nvSpPr>
        <p:spPr/>
        <p:txBody>
          <a:bodyPr/>
          <a:lstStyle/>
          <a:p>
            <a:fld id="{1053CC88-9794-4939-BCFB-90AA71AB09A4}" type="slidenum">
              <a:rPr lang="en-CA" smtClean="0"/>
              <a:t>‹#›</a:t>
            </a:fld>
            <a:endParaRPr lang="en-CA"/>
          </a:p>
        </p:txBody>
      </p:sp>
    </p:spTree>
    <p:extLst>
      <p:ext uri="{BB962C8B-B14F-4D97-AF65-F5344CB8AC3E}">
        <p14:creationId xmlns:p14="http://schemas.microsoft.com/office/powerpoint/2010/main" val="118451563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3F2FC8-FDF7-3EE1-1662-4128EE87AD5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CA"/>
          </a:p>
        </p:txBody>
      </p:sp>
      <p:sp>
        <p:nvSpPr>
          <p:cNvPr id="3" name="Picture Placeholder 2">
            <a:extLst>
              <a:ext uri="{FF2B5EF4-FFF2-40B4-BE49-F238E27FC236}">
                <a16:creationId xmlns:a16="http://schemas.microsoft.com/office/drawing/2014/main" id="{05ABA4B0-EA90-A827-C141-6B9375E5109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CA"/>
          </a:p>
        </p:txBody>
      </p:sp>
      <p:sp>
        <p:nvSpPr>
          <p:cNvPr id="4" name="Text Placeholder 3">
            <a:extLst>
              <a:ext uri="{FF2B5EF4-FFF2-40B4-BE49-F238E27FC236}">
                <a16:creationId xmlns:a16="http://schemas.microsoft.com/office/drawing/2014/main" id="{E79355FE-BFA4-1559-495C-B7678B538B7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52CA2A1-4368-C7FB-AE90-747F54E4691F}"/>
              </a:ext>
            </a:extLst>
          </p:cNvPr>
          <p:cNvSpPr>
            <a:spLocks noGrp="1"/>
          </p:cNvSpPr>
          <p:nvPr>
            <p:ph type="dt" sz="half" idx="10"/>
          </p:nvPr>
        </p:nvSpPr>
        <p:spPr/>
        <p:txBody>
          <a:bodyPr/>
          <a:lstStyle/>
          <a:p>
            <a:fld id="{771D0D66-2884-4117-A342-5675C437AD5F}" type="datetimeFigureOut">
              <a:rPr lang="en-CA" smtClean="0"/>
              <a:t>2026-01-29</a:t>
            </a:fld>
            <a:endParaRPr lang="en-CA"/>
          </a:p>
        </p:txBody>
      </p:sp>
      <p:sp>
        <p:nvSpPr>
          <p:cNvPr id="6" name="Footer Placeholder 5">
            <a:extLst>
              <a:ext uri="{FF2B5EF4-FFF2-40B4-BE49-F238E27FC236}">
                <a16:creationId xmlns:a16="http://schemas.microsoft.com/office/drawing/2014/main" id="{42E40BEB-0A24-1288-C62F-881A41D48D22}"/>
              </a:ext>
            </a:extLst>
          </p:cNvPr>
          <p:cNvSpPr>
            <a:spLocks noGrp="1"/>
          </p:cNvSpPr>
          <p:nvPr>
            <p:ph type="ftr" sz="quarter" idx="11"/>
          </p:nvPr>
        </p:nvSpPr>
        <p:spPr/>
        <p:txBody>
          <a:bodyPr/>
          <a:lstStyle/>
          <a:p>
            <a:endParaRPr lang="en-CA"/>
          </a:p>
        </p:txBody>
      </p:sp>
      <p:sp>
        <p:nvSpPr>
          <p:cNvPr id="7" name="Slide Number Placeholder 6">
            <a:extLst>
              <a:ext uri="{FF2B5EF4-FFF2-40B4-BE49-F238E27FC236}">
                <a16:creationId xmlns:a16="http://schemas.microsoft.com/office/drawing/2014/main" id="{39FB83C9-8EEC-49F7-AA79-254056E2CFC0}"/>
              </a:ext>
            </a:extLst>
          </p:cNvPr>
          <p:cNvSpPr>
            <a:spLocks noGrp="1"/>
          </p:cNvSpPr>
          <p:nvPr>
            <p:ph type="sldNum" sz="quarter" idx="12"/>
          </p:nvPr>
        </p:nvSpPr>
        <p:spPr/>
        <p:txBody>
          <a:bodyPr/>
          <a:lstStyle/>
          <a:p>
            <a:fld id="{1053CC88-9794-4939-BCFB-90AA71AB09A4}" type="slidenum">
              <a:rPr lang="en-CA" smtClean="0"/>
              <a:t>‹#›</a:t>
            </a:fld>
            <a:endParaRPr lang="en-CA"/>
          </a:p>
        </p:txBody>
      </p:sp>
    </p:spTree>
    <p:extLst>
      <p:ext uri="{BB962C8B-B14F-4D97-AF65-F5344CB8AC3E}">
        <p14:creationId xmlns:p14="http://schemas.microsoft.com/office/powerpoint/2010/main" val="419876699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953654-D375-7A1D-2D02-2E2683C34674}"/>
              </a:ext>
            </a:extLst>
          </p:cNvPr>
          <p:cNvSpPr>
            <a:spLocks noGrp="1"/>
          </p:cNvSpPr>
          <p:nvPr>
            <p:ph type="title"/>
          </p:nvPr>
        </p:nvSpPr>
        <p:spPr/>
        <p:txBody>
          <a:bodyPr/>
          <a:lstStyle/>
          <a:p>
            <a:r>
              <a:rPr lang="en-US"/>
              <a:t>Click to edit Master title style</a:t>
            </a:r>
            <a:endParaRPr lang="en-CA"/>
          </a:p>
        </p:txBody>
      </p:sp>
      <p:sp>
        <p:nvSpPr>
          <p:cNvPr id="3" name="Vertical Text Placeholder 2">
            <a:extLst>
              <a:ext uri="{FF2B5EF4-FFF2-40B4-BE49-F238E27FC236}">
                <a16:creationId xmlns:a16="http://schemas.microsoft.com/office/drawing/2014/main" id="{AFA5B12F-98C3-1A37-E12F-68F31489F88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a:extLst>
              <a:ext uri="{FF2B5EF4-FFF2-40B4-BE49-F238E27FC236}">
                <a16:creationId xmlns:a16="http://schemas.microsoft.com/office/drawing/2014/main" id="{5E59E026-1E7D-4322-6787-85406439870D}"/>
              </a:ext>
            </a:extLst>
          </p:cNvPr>
          <p:cNvSpPr>
            <a:spLocks noGrp="1"/>
          </p:cNvSpPr>
          <p:nvPr>
            <p:ph type="dt" sz="half" idx="10"/>
          </p:nvPr>
        </p:nvSpPr>
        <p:spPr/>
        <p:txBody>
          <a:bodyPr/>
          <a:lstStyle/>
          <a:p>
            <a:fld id="{771D0D66-2884-4117-A342-5675C437AD5F}" type="datetimeFigureOut">
              <a:rPr lang="en-CA" smtClean="0"/>
              <a:t>2026-01-29</a:t>
            </a:fld>
            <a:endParaRPr lang="en-CA"/>
          </a:p>
        </p:txBody>
      </p:sp>
      <p:sp>
        <p:nvSpPr>
          <p:cNvPr id="5" name="Footer Placeholder 4">
            <a:extLst>
              <a:ext uri="{FF2B5EF4-FFF2-40B4-BE49-F238E27FC236}">
                <a16:creationId xmlns:a16="http://schemas.microsoft.com/office/drawing/2014/main" id="{41C8E5B7-5D29-ECE3-72C5-97BA1F13F830}"/>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7181F6F8-823A-8F8A-E4C3-C742E80E81F4}"/>
              </a:ext>
            </a:extLst>
          </p:cNvPr>
          <p:cNvSpPr>
            <a:spLocks noGrp="1"/>
          </p:cNvSpPr>
          <p:nvPr>
            <p:ph type="sldNum" sz="quarter" idx="12"/>
          </p:nvPr>
        </p:nvSpPr>
        <p:spPr/>
        <p:txBody>
          <a:bodyPr/>
          <a:lstStyle/>
          <a:p>
            <a:fld id="{1053CC88-9794-4939-BCFB-90AA71AB09A4}" type="slidenum">
              <a:rPr lang="en-CA" smtClean="0"/>
              <a:t>‹#›</a:t>
            </a:fld>
            <a:endParaRPr lang="en-CA"/>
          </a:p>
        </p:txBody>
      </p:sp>
    </p:spTree>
    <p:extLst>
      <p:ext uri="{BB962C8B-B14F-4D97-AF65-F5344CB8AC3E}">
        <p14:creationId xmlns:p14="http://schemas.microsoft.com/office/powerpoint/2010/main" val="152410175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C091E77-07D4-6519-D862-1574FFB20B1D}"/>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CA"/>
          </a:p>
        </p:txBody>
      </p:sp>
      <p:sp>
        <p:nvSpPr>
          <p:cNvPr id="3" name="Vertical Text Placeholder 2">
            <a:extLst>
              <a:ext uri="{FF2B5EF4-FFF2-40B4-BE49-F238E27FC236}">
                <a16:creationId xmlns:a16="http://schemas.microsoft.com/office/drawing/2014/main" id="{0DDEE183-88DA-D9CA-84DD-C2BF7E6762B1}"/>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a:extLst>
              <a:ext uri="{FF2B5EF4-FFF2-40B4-BE49-F238E27FC236}">
                <a16:creationId xmlns:a16="http://schemas.microsoft.com/office/drawing/2014/main" id="{7066A194-7D25-0C83-4855-2FAC3927CF2F}"/>
              </a:ext>
            </a:extLst>
          </p:cNvPr>
          <p:cNvSpPr>
            <a:spLocks noGrp="1"/>
          </p:cNvSpPr>
          <p:nvPr>
            <p:ph type="dt" sz="half" idx="10"/>
          </p:nvPr>
        </p:nvSpPr>
        <p:spPr/>
        <p:txBody>
          <a:bodyPr/>
          <a:lstStyle/>
          <a:p>
            <a:fld id="{771D0D66-2884-4117-A342-5675C437AD5F}" type="datetimeFigureOut">
              <a:rPr lang="en-CA" smtClean="0"/>
              <a:t>2026-01-29</a:t>
            </a:fld>
            <a:endParaRPr lang="en-CA"/>
          </a:p>
        </p:txBody>
      </p:sp>
      <p:sp>
        <p:nvSpPr>
          <p:cNvPr id="5" name="Footer Placeholder 4">
            <a:extLst>
              <a:ext uri="{FF2B5EF4-FFF2-40B4-BE49-F238E27FC236}">
                <a16:creationId xmlns:a16="http://schemas.microsoft.com/office/drawing/2014/main" id="{D81BAE2E-73DF-E06A-8943-CC1EE1B081D6}"/>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12F78B18-CA2D-4CB7-CBCB-7588A646D405}"/>
              </a:ext>
            </a:extLst>
          </p:cNvPr>
          <p:cNvSpPr>
            <a:spLocks noGrp="1"/>
          </p:cNvSpPr>
          <p:nvPr>
            <p:ph type="sldNum" sz="quarter" idx="12"/>
          </p:nvPr>
        </p:nvSpPr>
        <p:spPr/>
        <p:txBody>
          <a:bodyPr/>
          <a:lstStyle/>
          <a:p>
            <a:fld id="{1053CC88-9794-4939-BCFB-90AA71AB09A4}" type="slidenum">
              <a:rPr lang="en-CA" smtClean="0"/>
              <a:t>‹#›</a:t>
            </a:fld>
            <a:endParaRPr lang="en-CA"/>
          </a:p>
        </p:txBody>
      </p:sp>
    </p:spTree>
    <p:extLst>
      <p:ext uri="{BB962C8B-B14F-4D97-AF65-F5344CB8AC3E}">
        <p14:creationId xmlns:p14="http://schemas.microsoft.com/office/powerpoint/2010/main" val="7825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D15F8BB-BBF8-5546-8671-0F414DA088B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CA"/>
          </a:p>
        </p:txBody>
      </p:sp>
      <p:sp>
        <p:nvSpPr>
          <p:cNvPr id="3" name="Text Placeholder 2">
            <a:extLst>
              <a:ext uri="{FF2B5EF4-FFF2-40B4-BE49-F238E27FC236}">
                <a16:creationId xmlns:a16="http://schemas.microsoft.com/office/drawing/2014/main" id="{C19F2B3D-EFAE-DAAE-436A-289D148CD39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a:extLst>
              <a:ext uri="{FF2B5EF4-FFF2-40B4-BE49-F238E27FC236}">
                <a16:creationId xmlns:a16="http://schemas.microsoft.com/office/drawing/2014/main" id="{1D84E2D8-69C5-E3EB-A37D-F2CE10BFCAB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771D0D66-2884-4117-A342-5675C437AD5F}" type="datetimeFigureOut">
              <a:rPr lang="en-CA" smtClean="0"/>
              <a:t>2026-01-29</a:t>
            </a:fld>
            <a:endParaRPr lang="en-CA"/>
          </a:p>
        </p:txBody>
      </p:sp>
      <p:sp>
        <p:nvSpPr>
          <p:cNvPr id="5" name="Footer Placeholder 4">
            <a:extLst>
              <a:ext uri="{FF2B5EF4-FFF2-40B4-BE49-F238E27FC236}">
                <a16:creationId xmlns:a16="http://schemas.microsoft.com/office/drawing/2014/main" id="{C4D76147-3022-342E-2740-C5872FCA83D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CA"/>
          </a:p>
        </p:txBody>
      </p:sp>
      <p:sp>
        <p:nvSpPr>
          <p:cNvPr id="6" name="Slide Number Placeholder 5">
            <a:extLst>
              <a:ext uri="{FF2B5EF4-FFF2-40B4-BE49-F238E27FC236}">
                <a16:creationId xmlns:a16="http://schemas.microsoft.com/office/drawing/2014/main" id="{E8F9849E-8AB5-7E84-4C60-B758BC7371E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1053CC88-9794-4939-BCFB-90AA71AB09A4}" type="slidenum">
              <a:rPr lang="en-CA" smtClean="0"/>
              <a:t>‹#›</a:t>
            </a:fld>
            <a:endParaRPr lang="en-CA"/>
          </a:p>
        </p:txBody>
      </p:sp>
    </p:spTree>
    <p:extLst>
      <p:ext uri="{BB962C8B-B14F-4D97-AF65-F5344CB8AC3E}">
        <p14:creationId xmlns:p14="http://schemas.microsoft.com/office/powerpoint/2010/main" val="26455110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10.png"/><Relationship Id="rId7" Type="http://schemas.openxmlformats.org/officeDocument/2006/relationships/image" Target="../media/image3.png"/><Relationship Id="rId2" Type="http://schemas.openxmlformats.org/officeDocument/2006/relationships/customXml" Target="../ink/ink1.xml"/><Relationship Id="rId1" Type="http://schemas.openxmlformats.org/officeDocument/2006/relationships/slideLayout" Target="../slideLayouts/slideLayout2.xml"/><Relationship Id="rId6" Type="http://schemas.openxmlformats.org/officeDocument/2006/relationships/customXml" Target="../ink/ink3.xml"/><Relationship Id="rId5" Type="http://schemas.openxmlformats.org/officeDocument/2006/relationships/image" Target="../media/image2.png"/><Relationship Id="rId4" Type="http://schemas.openxmlformats.org/officeDocument/2006/relationships/customXml" Target="../ink/ink2.xml"/></Relationships>
</file>

<file path=ppt/slides/_rels/slide4.xml.rels><?xml version="1.0" encoding="UTF-8" standalone="yes"?>
<Relationships xmlns="http://schemas.openxmlformats.org/package/2006/relationships"><Relationship Id="rId8" Type="http://schemas.openxmlformats.org/officeDocument/2006/relationships/customXml" Target="../ink/ink7.xml"/><Relationship Id="rId13" Type="http://schemas.openxmlformats.org/officeDocument/2006/relationships/image" Target="../media/image6.png"/><Relationship Id="rId18" Type="http://schemas.openxmlformats.org/officeDocument/2006/relationships/customXml" Target="../ink/ink12.xml"/><Relationship Id="rId3" Type="http://schemas.openxmlformats.org/officeDocument/2006/relationships/image" Target="../media/image110.png"/><Relationship Id="rId7" Type="http://schemas.openxmlformats.org/officeDocument/2006/relationships/image" Target="../media/image3.png"/><Relationship Id="rId12" Type="http://schemas.openxmlformats.org/officeDocument/2006/relationships/customXml" Target="../ink/ink9.xml"/><Relationship Id="rId17" Type="http://schemas.openxmlformats.org/officeDocument/2006/relationships/image" Target="../media/image8.png"/><Relationship Id="rId2" Type="http://schemas.openxmlformats.org/officeDocument/2006/relationships/customXml" Target="../ink/ink4.xml"/><Relationship Id="rId16" Type="http://schemas.openxmlformats.org/officeDocument/2006/relationships/customXml" Target="../ink/ink11.xml"/><Relationship Id="rId1" Type="http://schemas.openxmlformats.org/officeDocument/2006/relationships/slideLayout" Target="../slideLayouts/slideLayout2.xml"/><Relationship Id="rId6" Type="http://schemas.openxmlformats.org/officeDocument/2006/relationships/customXml" Target="../ink/ink6.xml"/><Relationship Id="rId11" Type="http://schemas.openxmlformats.org/officeDocument/2006/relationships/image" Target="../media/image5.png"/><Relationship Id="rId5" Type="http://schemas.openxmlformats.org/officeDocument/2006/relationships/image" Target="../media/image2.png"/><Relationship Id="rId15" Type="http://schemas.openxmlformats.org/officeDocument/2006/relationships/image" Target="../media/image7.png"/><Relationship Id="rId10" Type="http://schemas.openxmlformats.org/officeDocument/2006/relationships/customXml" Target="../ink/ink8.xml"/><Relationship Id="rId19" Type="http://schemas.openxmlformats.org/officeDocument/2006/relationships/image" Target="../media/image9.png"/><Relationship Id="rId4" Type="http://schemas.openxmlformats.org/officeDocument/2006/relationships/customXml" Target="../ink/ink5.xml"/><Relationship Id="rId9" Type="http://schemas.openxmlformats.org/officeDocument/2006/relationships/image" Target="../media/image4.png"/><Relationship Id="rId14" Type="http://schemas.openxmlformats.org/officeDocument/2006/relationships/customXml" Target="../ink/ink10.xml"/></Relationships>
</file>

<file path=ppt/slides/_rels/slide5.xml.rels><?xml version="1.0" encoding="UTF-8" standalone="yes"?>
<Relationships xmlns="http://schemas.openxmlformats.org/package/2006/relationships"><Relationship Id="rId13" Type="http://schemas.openxmlformats.org/officeDocument/2006/relationships/image" Target="../media/image6.png"/><Relationship Id="rId18" Type="http://schemas.openxmlformats.org/officeDocument/2006/relationships/customXml" Target="../ink/ink21.xml"/><Relationship Id="rId26" Type="http://schemas.openxmlformats.org/officeDocument/2006/relationships/customXml" Target="../ink/ink25.xml"/><Relationship Id="rId39" Type="http://schemas.openxmlformats.org/officeDocument/2006/relationships/image" Target="../media/image19.png"/><Relationship Id="rId21" Type="http://schemas.openxmlformats.org/officeDocument/2006/relationships/image" Target="../media/image10.png"/><Relationship Id="rId34" Type="http://schemas.openxmlformats.org/officeDocument/2006/relationships/customXml" Target="../ink/ink29.xml"/><Relationship Id="rId7" Type="http://schemas.openxmlformats.org/officeDocument/2006/relationships/image" Target="../media/image3.png"/><Relationship Id="rId2" Type="http://schemas.openxmlformats.org/officeDocument/2006/relationships/customXml" Target="../ink/ink13.xml"/><Relationship Id="rId16" Type="http://schemas.openxmlformats.org/officeDocument/2006/relationships/customXml" Target="../ink/ink20.xml"/><Relationship Id="rId20" Type="http://schemas.openxmlformats.org/officeDocument/2006/relationships/customXml" Target="../ink/ink22.xml"/><Relationship Id="rId29" Type="http://schemas.openxmlformats.org/officeDocument/2006/relationships/image" Target="../media/image14.png"/><Relationship Id="rId41" Type="http://schemas.openxmlformats.org/officeDocument/2006/relationships/image" Target="../media/image20.png"/><Relationship Id="rId1" Type="http://schemas.openxmlformats.org/officeDocument/2006/relationships/slideLayout" Target="../slideLayouts/slideLayout2.xml"/><Relationship Id="rId6" Type="http://schemas.openxmlformats.org/officeDocument/2006/relationships/customXml" Target="../ink/ink15.xml"/><Relationship Id="rId11" Type="http://schemas.openxmlformats.org/officeDocument/2006/relationships/image" Target="../media/image5.png"/><Relationship Id="rId24" Type="http://schemas.openxmlformats.org/officeDocument/2006/relationships/customXml" Target="../ink/ink24.xml"/><Relationship Id="rId32" Type="http://schemas.openxmlformats.org/officeDocument/2006/relationships/customXml" Target="../ink/ink28.xml"/><Relationship Id="rId37" Type="http://schemas.openxmlformats.org/officeDocument/2006/relationships/image" Target="../media/image18.png"/><Relationship Id="rId40" Type="http://schemas.openxmlformats.org/officeDocument/2006/relationships/customXml" Target="../ink/ink32.xml"/><Relationship Id="rId5" Type="http://schemas.openxmlformats.org/officeDocument/2006/relationships/image" Target="../media/image2.png"/><Relationship Id="rId15" Type="http://schemas.openxmlformats.org/officeDocument/2006/relationships/image" Target="../media/image7.png"/><Relationship Id="rId23" Type="http://schemas.openxmlformats.org/officeDocument/2006/relationships/image" Target="../media/image11.png"/><Relationship Id="rId28" Type="http://schemas.openxmlformats.org/officeDocument/2006/relationships/customXml" Target="../ink/ink26.xml"/><Relationship Id="rId36" Type="http://schemas.openxmlformats.org/officeDocument/2006/relationships/customXml" Target="../ink/ink30.xml"/><Relationship Id="rId10" Type="http://schemas.openxmlformats.org/officeDocument/2006/relationships/customXml" Target="../ink/ink17.xml"/><Relationship Id="rId19" Type="http://schemas.openxmlformats.org/officeDocument/2006/relationships/image" Target="../media/image9.png"/><Relationship Id="rId31" Type="http://schemas.openxmlformats.org/officeDocument/2006/relationships/image" Target="../media/image15.png"/><Relationship Id="rId4" Type="http://schemas.openxmlformats.org/officeDocument/2006/relationships/customXml" Target="../ink/ink14.xml"/><Relationship Id="rId9" Type="http://schemas.openxmlformats.org/officeDocument/2006/relationships/image" Target="../media/image4.png"/><Relationship Id="rId14" Type="http://schemas.openxmlformats.org/officeDocument/2006/relationships/customXml" Target="../ink/ink19.xml"/><Relationship Id="rId22" Type="http://schemas.openxmlformats.org/officeDocument/2006/relationships/customXml" Target="../ink/ink23.xml"/><Relationship Id="rId27" Type="http://schemas.openxmlformats.org/officeDocument/2006/relationships/image" Target="../media/image13.png"/><Relationship Id="rId30" Type="http://schemas.openxmlformats.org/officeDocument/2006/relationships/customXml" Target="../ink/ink27.xml"/><Relationship Id="rId35" Type="http://schemas.openxmlformats.org/officeDocument/2006/relationships/image" Target="../media/image17.png"/><Relationship Id="rId8" Type="http://schemas.openxmlformats.org/officeDocument/2006/relationships/customXml" Target="../ink/ink16.xml"/><Relationship Id="rId3" Type="http://schemas.openxmlformats.org/officeDocument/2006/relationships/image" Target="../media/image110.png"/><Relationship Id="rId12" Type="http://schemas.openxmlformats.org/officeDocument/2006/relationships/customXml" Target="../ink/ink18.xml"/><Relationship Id="rId17" Type="http://schemas.openxmlformats.org/officeDocument/2006/relationships/image" Target="../media/image8.png"/><Relationship Id="rId25" Type="http://schemas.openxmlformats.org/officeDocument/2006/relationships/image" Target="../media/image12.png"/><Relationship Id="rId33" Type="http://schemas.openxmlformats.org/officeDocument/2006/relationships/image" Target="../media/image16.png"/><Relationship Id="rId38" Type="http://schemas.openxmlformats.org/officeDocument/2006/relationships/customXml" Target="../ink/ink31.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23.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hyperlink" Target="https://www.anticyclone-systems.co.uk/rs232.php" TargetMode="Externa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hyperlink" Target="https://www.anticyclone-systems.co.uk/rs232.php" TargetMode="External"/><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302B26-C092-64A2-3C40-4AA065B6EA2D}"/>
              </a:ext>
            </a:extLst>
          </p:cNvPr>
          <p:cNvSpPr>
            <a:spLocks noGrp="1"/>
          </p:cNvSpPr>
          <p:nvPr>
            <p:ph type="ctrTitle"/>
          </p:nvPr>
        </p:nvSpPr>
        <p:spPr>
          <a:xfrm>
            <a:off x="453957" y="1122363"/>
            <a:ext cx="10214043" cy="2387600"/>
          </a:xfrm>
        </p:spPr>
        <p:txBody>
          <a:bodyPr/>
          <a:lstStyle/>
          <a:p>
            <a:r>
              <a:rPr lang="en-CA" dirty="0"/>
              <a:t>0x204 – Protocols and Common Signals When Probing</a:t>
            </a:r>
          </a:p>
        </p:txBody>
      </p:sp>
      <p:sp>
        <p:nvSpPr>
          <p:cNvPr id="3" name="Subtitle 2">
            <a:extLst>
              <a:ext uri="{FF2B5EF4-FFF2-40B4-BE49-F238E27FC236}">
                <a16:creationId xmlns:a16="http://schemas.microsoft.com/office/drawing/2014/main" id="{2B047A9E-0C11-1ABB-1589-50172CECF05A}"/>
              </a:ext>
            </a:extLst>
          </p:cNvPr>
          <p:cNvSpPr>
            <a:spLocks noGrp="1"/>
          </p:cNvSpPr>
          <p:nvPr>
            <p:ph type="subTitle" idx="1"/>
          </p:nvPr>
        </p:nvSpPr>
        <p:spPr/>
        <p:txBody>
          <a:bodyPr/>
          <a:lstStyle/>
          <a:p>
            <a:r>
              <a:rPr lang="en-CA" dirty="0"/>
              <a:t>ECED4406</a:t>
            </a:r>
          </a:p>
          <a:p>
            <a:r>
              <a:rPr lang="en-CA" dirty="0"/>
              <a:t>Dr. Colin O’Flynn</a:t>
            </a:r>
          </a:p>
          <a:p>
            <a:r>
              <a:rPr lang="en-CA"/>
              <a:t>Dalhousie University</a:t>
            </a:r>
            <a:endParaRPr lang="en-CA" dirty="0"/>
          </a:p>
        </p:txBody>
      </p:sp>
    </p:spTree>
    <p:extLst>
      <p:ext uri="{BB962C8B-B14F-4D97-AF65-F5344CB8AC3E}">
        <p14:creationId xmlns:p14="http://schemas.microsoft.com/office/powerpoint/2010/main" val="15710813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4B8BB1-C292-E762-6AA6-787847CA6C98}"/>
              </a:ext>
            </a:extLst>
          </p:cNvPr>
          <p:cNvSpPr>
            <a:spLocks noGrp="1"/>
          </p:cNvSpPr>
          <p:nvPr>
            <p:ph type="title"/>
          </p:nvPr>
        </p:nvSpPr>
        <p:spPr/>
        <p:txBody>
          <a:bodyPr/>
          <a:lstStyle/>
          <a:p>
            <a:r>
              <a:rPr lang="en-CA" dirty="0"/>
              <a:t>Signals We Will Cover</a:t>
            </a:r>
          </a:p>
        </p:txBody>
      </p:sp>
      <p:sp>
        <p:nvSpPr>
          <p:cNvPr id="3" name="Content Placeholder 2">
            <a:extLst>
              <a:ext uri="{FF2B5EF4-FFF2-40B4-BE49-F238E27FC236}">
                <a16:creationId xmlns:a16="http://schemas.microsoft.com/office/drawing/2014/main" id="{BCB8F296-5E3B-F7FA-E61A-365EB95C32F0}"/>
              </a:ext>
            </a:extLst>
          </p:cNvPr>
          <p:cNvSpPr>
            <a:spLocks noGrp="1"/>
          </p:cNvSpPr>
          <p:nvPr>
            <p:ph idx="1"/>
          </p:nvPr>
        </p:nvSpPr>
        <p:spPr/>
        <p:txBody>
          <a:bodyPr/>
          <a:lstStyle/>
          <a:p>
            <a:r>
              <a:rPr lang="en-CA" dirty="0"/>
              <a:t>Logic Levels</a:t>
            </a:r>
          </a:p>
          <a:p>
            <a:r>
              <a:rPr lang="en-CA" dirty="0"/>
              <a:t>Asynchronous Serial</a:t>
            </a:r>
          </a:p>
          <a:p>
            <a:r>
              <a:rPr lang="en-CA" dirty="0"/>
              <a:t>SPI</a:t>
            </a:r>
          </a:p>
          <a:p>
            <a:r>
              <a:rPr lang="en-CA" dirty="0"/>
              <a:t>I2C</a:t>
            </a:r>
          </a:p>
          <a:p>
            <a:r>
              <a:rPr lang="en-CA" dirty="0"/>
              <a:t>Differential</a:t>
            </a:r>
          </a:p>
          <a:p>
            <a:endParaRPr lang="en-CA" dirty="0"/>
          </a:p>
          <a:p>
            <a:pPr marL="0" indent="0">
              <a:buNone/>
            </a:pPr>
            <a:r>
              <a:rPr lang="en-CA" b="1" i="1" dirty="0"/>
              <a:t>See Chapter 2 of the Hardware Hacking Handbook for more details on many of these.</a:t>
            </a:r>
          </a:p>
        </p:txBody>
      </p:sp>
    </p:spTree>
    <p:extLst>
      <p:ext uri="{BB962C8B-B14F-4D97-AF65-F5344CB8AC3E}">
        <p14:creationId xmlns:p14="http://schemas.microsoft.com/office/powerpoint/2010/main" val="230932984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524250-0EC8-407F-1ACA-FF7FF562B855}"/>
              </a:ext>
            </a:extLst>
          </p:cNvPr>
          <p:cNvSpPr>
            <a:spLocks noGrp="1"/>
          </p:cNvSpPr>
          <p:nvPr>
            <p:ph type="title"/>
          </p:nvPr>
        </p:nvSpPr>
        <p:spPr/>
        <p:txBody>
          <a:bodyPr/>
          <a:lstStyle/>
          <a:p>
            <a:r>
              <a:rPr lang="en-CA" dirty="0"/>
              <a:t>Logic Levels?</a:t>
            </a:r>
          </a:p>
        </p:txBody>
      </p:sp>
      <p:sp>
        <p:nvSpPr>
          <p:cNvPr id="4" name="Rectangle 3">
            <a:extLst>
              <a:ext uri="{FF2B5EF4-FFF2-40B4-BE49-F238E27FC236}">
                <a16:creationId xmlns:a16="http://schemas.microsoft.com/office/drawing/2014/main" id="{5F6490EB-EACE-BE78-1E12-0C0B211012B7}"/>
              </a:ext>
            </a:extLst>
          </p:cNvPr>
          <p:cNvSpPr/>
          <p:nvPr/>
        </p:nvSpPr>
        <p:spPr>
          <a:xfrm>
            <a:off x="1387813" y="2444885"/>
            <a:ext cx="1277566" cy="203632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CA" dirty="0"/>
              <a:t>TX</a:t>
            </a:r>
          </a:p>
        </p:txBody>
      </p:sp>
      <p:sp>
        <p:nvSpPr>
          <p:cNvPr id="5" name="Rectangle 4">
            <a:extLst>
              <a:ext uri="{FF2B5EF4-FFF2-40B4-BE49-F238E27FC236}">
                <a16:creationId xmlns:a16="http://schemas.microsoft.com/office/drawing/2014/main" id="{2DDA56A1-9BEA-5969-39C2-8032E693D865}"/>
              </a:ext>
            </a:extLst>
          </p:cNvPr>
          <p:cNvSpPr/>
          <p:nvPr/>
        </p:nvSpPr>
        <p:spPr>
          <a:xfrm>
            <a:off x="7519481" y="2410838"/>
            <a:ext cx="1277566" cy="203632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CA" dirty="0"/>
              <a:t>RX</a:t>
            </a:r>
          </a:p>
        </p:txBody>
      </p:sp>
      <mc:AlternateContent xmlns:mc="http://schemas.openxmlformats.org/markup-compatibility/2006" xmlns:p14="http://schemas.microsoft.com/office/powerpoint/2010/main">
        <mc:Choice Requires="p14">
          <p:contentPart p14:bwMode="auto" r:id="rId2">
            <p14:nvContentPartPr>
              <p14:cNvPr id="7" name="Ink 6">
                <a:extLst>
                  <a:ext uri="{FF2B5EF4-FFF2-40B4-BE49-F238E27FC236}">
                    <a16:creationId xmlns:a16="http://schemas.microsoft.com/office/drawing/2014/main" id="{852DA72A-2B53-0BD9-6EB8-968A77A3F3E6}"/>
                  </a:ext>
                </a:extLst>
              </p14:cNvPr>
              <p14:cNvContentPartPr/>
              <p14:nvPr/>
            </p14:nvContentPartPr>
            <p14:xfrm>
              <a:off x="2656343" y="2969597"/>
              <a:ext cx="4946760" cy="86040"/>
            </p14:xfrm>
          </p:contentPart>
        </mc:Choice>
        <mc:Fallback xmlns="">
          <p:pic>
            <p:nvPicPr>
              <p:cNvPr id="7" name="Ink 6">
                <a:extLst>
                  <a:ext uri="{FF2B5EF4-FFF2-40B4-BE49-F238E27FC236}">
                    <a16:creationId xmlns:a16="http://schemas.microsoft.com/office/drawing/2014/main" id="{852DA72A-2B53-0BD9-6EB8-968A77A3F3E6}"/>
                  </a:ext>
                </a:extLst>
              </p:cNvPr>
              <p:cNvPicPr/>
              <p:nvPr/>
            </p:nvPicPr>
            <p:blipFill>
              <a:blip r:embed="rId3"/>
              <a:stretch>
                <a:fillRect/>
              </a:stretch>
            </p:blipFill>
            <p:spPr>
              <a:xfrm>
                <a:off x="2647343" y="2960597"/>
                <a:ext cx="4964400" cy="103680"/>
              </a:xfrm>
              <a:prstGeom prst="rect">
                <a:avLst/>
              </a:prstGeom>
            </p:spPr>
          </p:pic>
        </mc:Fallback>
      </mc:AlternateContent>
      <p:grpSp>
        <p:nvGrpSpPr>
          <p:cNvPr id="10" name="Group 9">
            <a:extLst>
              <a:ext uri="{FF2B5EF4-FFF2-40B4-BE49-F238E27FC236}">
                <a16:creationId xmlns:a16="http://schemas.microsoft.com/office/drawing/2014/main" id="{124F49E2-9BD6-B3F5-2BB9-881DD546F253}"/>
              </a:ext>
            </a:extLst>
          </p:cNvPr>
          <p:cNvGrpSpPr/>
          <p:nvPr/>
        </p:nvGrpSpPr>
        <p:grpSpPr>
          <a:xfrm>
            <a:off x="2669663" y="3382157"/>
            <a:ext cx="4909320" cy="84600"/>
            <a:chOff x="2669663" y="3382157"/>
            <a:chExt cx="4909320" cy="84600"/>
          </a:xfrm>
        </p:grpSpPr>
        <mc:AlternateContent xmlns:mc="http://schemas.openxmlformats.org/markup-compatibility/2006" xmlns:p14="http://schemas.microsoft.com/office/powerpoint/2010/main">
          <mc:Choice Requires="p14">
            <p:contentPart p14:bwMode="auto" r:id="rId4">
              <p14:nvContentPartPr>
                <p14:cNvPr id="8" name="Ink 7">
                  <a:extLst>
                    <a:ext uri="{FF2B5EF4-FFF2-40B4-BE49-F238E27FC236}">
                      <a16:creationId xmlns:a16="http://schemas.microsoft.com/office/drawing/2014/main" id="{B783F200-0FDA-4584-399C-26CEC90155DB}"/>
                    </a:ext>
                  </a:extLst>
                </p14:cNvPr>
                <p14:cNvContentPartPr/>
                <p14:nvPr/>
              </p14:nvContentPartPr>
              <p14:xfrm>
                <a:off x="2709623" y="3382157"/>
                <a:ext cx="4869360" cy="84600"/>
              </p14:xfrm>
            </p:contentPart>
          </mc:Choice>
          <mc:Fallback xmlns="">
            <p:pic>
              <p:nvPicPr>
                <p:cNvPr id="8" name="Ink 7">
                  <a:extLst>
                    <a:ext uri="{FF2B5EF4-FFF2-40B4-BE49-F238E27FC236}">
                      <a16:creationId xmlns:a16="http://schemas.microsoft.com/office/drawing/2014/main" id="{B783F200-0FDA-4584-399C-26CEC90155DB}"/>
                    </a:ext>
                  </a:extLst>
                </p:cNvPr>
                <p:cNvPicPr/>
                <p:nvPr/>
              </p:nvPicPr>
              <p:blipFill>
                <a:blip r:embed="rId5"/>
                <a:stretch>
                  <a:fillRect/>
                </a:stretch>
              </p:blipFill>
              <p:spPr>
                <a:xfrm>
                  <a:off x="2700623" y="3373157"/>
                  <a:ext cx="4887000" cy="10224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9" name="Ink 8">
                  <a:extLst>
                    <a:ext uri="{FF2B5EF4-FFF2-40B4-BE49-F238E27FC236}">
                      <a16:creationId xmlns:a16="http://schemas.microsoft.com/office/drawing/2014/main" id="{DBAD0F8D-FD08-A5CC-2C1E-12BDD1893CB1}"/>
                    </a:ext>
                  </a:extLst>
                </p14:cNvPr>
                <p14:cNvContentPartPr/>
                <p14:nvPr/>
              </p14:nvContentPartPr>
              <p14:xfrm>
                <a:off x="2669663" y="3431837"/>
                <a:ext cx="146160" cy="14400"/>
              </p14:xfrm>
            </p:contentPart>
          </mc:Choice>
          <mc:Fallback xmlns="">
            <p:pic>
              <p:nvPicPr>
                <p:cNvPr id="9" name="Ink 8">
                  <a:extLst>
                    <a:ext uri="{FF2B5EF4-FFF2-40B4-BE49-F238E27FC236}">
                      <a16:creationId xmlns:a16="http://schemas.microsoft.com/office/drawing/2014/main" id="{DBAD0F8D-FD08-A5CC-2C1E-12BDD1893CB1}"/>
                    </a:ext>
                  </a:extLst>
                </p:cNvPr>
                <p:cNvPicPr/>
                <p:nvPr/>
              </p:nvPicPr>
              <p:blipFill>
                <a:blip r:embed="rId7"/>
                <a:stretch>
                  <a:fillRect/>
                </a:stretch>
              </p:blipFill>
              <p:spPr>
                <a:xfrm>
                  <a:off x="2661023" y="3422837"/>
                  <a:ext cx="163800" cy="32040"/>
                </a:xfrm>
                <a:prstGeom prst="rect">
                  <a:avLst/>
                </a:prstGeom>
              </p:spPr>
            </p:pic>
          </mc:Fallback>
        </mc:AlternateContent>
      </p:grpSp>
    </p:spTree>
    <p:extLst>
      <p:ext uri="{BB962C8B-B14F-4D97-AF65-F5344CB8AC3E}">
        <p14:creationId xmlns:p14="http://schemas.microsoft.com/office/powerpoint/2010/main" val="253741973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524250-0EC8-407F-1ACA-FF7FF562B855}"/>
              </a:ext>
            </a:extLst>
          </p:cNvPr>
          <p:cNvSpPr>
            <a:spLocks noGrp="1"/>
          </p:cNvSpPr>
          <p:nvPr>
            <p:ph type="title"/>
          </p:nvPr>
        </p:nvSpPr>
        <p:spPr/>
        <p:txBody>
          <a:bodyPr/>
          <a:lstStyle/>
          <a:p>
            <a:r>
              <a:rPr lang="en-CA" dirty="0"/>
              <a:t>Logic Levels?</a:t>
            </a:r>
          </a:p>
        </p:txBody>
      </p:sp>
      <p:sp>
        <p:nvSpPr>
          <p:cNvPr id="4" name="Rectangle 3">
            <a:extLst>
              <a:ext uri="{FF2B5EF4-FFF2-40B4-BE49-F238E27FC236}">
                <a16:creationId xmlns:a16="http://schemas.microsoft.com/office/drawing/2014/main" id="{5F6490EB-EACE-BE78-1E12-0C0B211012B7}"/>
              </a:ext>
            </a:extLst>
          </p:cNvPr>
          <p:cNvSpPr/>
          <p:nvPr/>
        </p:nvSpPr>
        <p:spPr>
          <a:xfrm>
            <a:off x="1387813" y="2444885"/>
            <a:ext cx="1277566" cy="203632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CA" dirty="0"/>
              <a:t>TX</a:t>
            </a:r>
          </a:p>
        </p:txBody>
      </p:sp>
      <p:sp>
        <p:nvSpPr>
          <p:cNvPr id="5" name="Rectangle 4">
            <a:extLst>
              <a:ext uri="{FF2B5EF4-FFF2-40B4-BE49-F238E27FC236}">
                <a16:creationId xmlns:a16="http://schemas.microsoft.com/office/drawing/2014/main" id="{2DDA56A1-9BEA-5969-39C2-8032E693D865}"/>
              </a:ext>
            </a:extLst>
          </p:cNvPr>
          <p:cNvSpPr/>
          <p:nvPr/>
        </p:nvSpPr>
        <p:spPr>
          <a:xfrm>
            <a:off x="7519481" y="2410838"/>
            <a:ext cx="1277566" cy="203632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CA" dirty="0"/>
              <a:t>RX</a:t>
            </a:r>
          </a:p>
        </p:txBody>
      </p:sp>
      <mc:AlternateContent xmlns:mc="http://schemas.openxmlformats.org/markup-compatibility/2006" xmlns:p14="http://schemas.microsoft.com/office/powerpoint/2010/main">
        <mc:Choice Requires="p14">
          <p:contentPart p14:bwMode="auto" r:id="rId2">
            <p14:nvContentPartPr>
              <p14:cNvPr id="7" name="Ink 6">
                <a:extLst>
                  <a:ext uri="{FF2B5EF4-FFF2-40B4-BE49-F238E27FC236}">
                    <a16:creationId xmlns:a16="http://schemas.microsoft.com/office/drawing/2014/main" id="{852DA72A-2B53-0BD9-6EB8-968A77A3F3E6}"/>
                  </a:ext>
                </a:extLst>
              </p14:cNvPr>
              <p14:cNvContentPartPr/>
              <p14:nvPr/>
            </p14:nvContentPartPr>
            <p14:xfrm>
              <a:off x="2656343" y="2969597"/>
              <a:ext cx="4946760" cy="86040"/>
            </p14:xfrm>
          </p:contentPart>
        </mc:Choice>
        <mc:Fallback xmlns="">
          <p:pic>
            <p:nvPicPr>
              <p:cNvPr id="7" name="Ink 6">
                <a:extLst>
                  <a:ext uri="{FF2B5EF4-FFF2-40B4-BE49-F238E27FC236}">
                    <a16:creationId xmlns:a16="http://schemas.microsoft.com/office/drawing/2014/main" id="{852DA72A-2B53-0BD9-6EB8-968A77A3F3E6}"/>
                  </a:ext>
                </a:extLst>
              </p:cNvPr>
              <p:cNvPicPr/>
              <p:nvPr/>
            </p:nvPicPr>
            <p:blipFill>
              <a:blip r:embed="rId3"/>
              <a:stretch>
                <a:fillRect/>
              </a:stretch>
            </p:blipFill>
            <p:spPr>
              <a:xfrm>
                <a:off x="2647343" y="2960597"/>
                <a:ext cx="4964400" cy="103680"/>
              </a:xfrm>
              <a:prstGeom prst="rect">
                <a:avLst/>
              </a:prstGeom>
            </p:spPr>
          </p:pic>
        </mc:Fallback>
      </mc:AlternateContent>
      <p:grpSp>
        <p:nvGrpSpPr>
          <p:cNvPr id="10" name="Group 9">
            <a:extLst>
              <a:ext uri="{FF2B5EF4-FFF2-40B4-BE49-F238E27FC236}">
                <a16:creationId xmlns:a16="http://schemas.microsoft.com/office/drawing/2014/main" id="{124F49E2-9BD6-B3F5-2BB9-881DD546F253}"/>
              </a:ext>
            </a:extLst>
          </p:cNvPr>
          <p:cNvGrpSpPr/>
          <p:nvPr/>
        </p:nvGrpSpPr>
        <p:grpSpPr>
          <a:xfrm>
            <a:off x="2669663" y="3382157"/>
            <a:ext cx="4909320" cy="84600"/>
            <a:chOff x="2669663" y="3382157"/>
            <a:chExt cx="4909320" cy="84600"/>
          </a:xfrm>
        </p:grpSpPr>
        <mc:AlternateContent xmlns:mc="http://schemas.openxmlformats.org/markup-compatibility/2006" xmlns:p14="http://schemas.microsoft.com/office/powerpoint/2010/main">
          <mc:Choice Requires="p14">
            <p:contentPart p14:bwMode="auto" r:id="rId4">
              <p14:nvContentPartPr>
                <p14:cNvPr id="8" name="Ink 7">
                  <a:extLst>
                    <a:ext uri="{FF2B5EF4-FFF2-40B4-BE49-F238E27FC236}">
                      <a16:creationId xmlns:a16="http://schemas.microsoft.com/office/drawing/2014/main" id="{B783F200-0FDA-4584-399C-26CEC90155DB}"/>
                    </a:ext>
                  </a:extLst>
                </p14:cNvPr>
                <p14:cNvContentPartPr/>
                <p14:nvPr/>
              </p14:nvContentPartPr>
              <p14:xfrm>
                <a:off x="2709623" y="3382157"/>
                <a:ext cx="4869360" cy="84600"/>
              </p14:xfrm>
            </p:contentPart>
          </mc:Choice>
          <mc:Fallback xmlns="">
            <p:pic>
              <p:nvPicPr>
                <p:cNvPr id="8" name="Ink 7">
                  <a:extLst>
                    <a:ext uri="{FF2B5EF4-FFF2-40B4-BE49-F238E27FC236}">
                      <a16:creationId xmlns:a16="http://schemas.microsoft.com/office/drawing/2014/main" id="{B783F200-0FDA-4584-399C-26CEC90155DB}"/>
                    </a:ext>
                  </a:extLst>
                </p:cNvPr>
                <p:cNvPicPr/>
                <p:nvPr/>
              </p:nvPicPr>
              <p:blipFill>
                <a:blip r:embed="rId5"/>
                <a:stretch>
                  <a:fillRect/>
                </a:stretch>
              </p:blipFill>
              <p:spPr>
                <a:xfrm>
                  <a:off x="2700623" y="3373157"/>
                  <a:ext cx="4887000" cy="10224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9" name="Ink 8">
                  <a:extLst>
                    <a:ext uri="{FF2B5EF4-FFF2-40B4-BE49-F238E27FC236}">
                      <a16:creationId xmlns:a16="http://schemas.microsoft.com/office/drawing/2014/main" id="{DBAD0F8D-FD08-A5CC-2C1E-12BDD1893CB1}"/>
                    </a:ext>
                  </a:extLst>
                </p14:cNvPr>
                <p14:cNvContentPartPr/>
                <p14:nvPr/>
              </p14:nvContentPartPr>
              <p14:xfrm>
                <a:off x="2669663" y="3431837"/>
                <a:ext cx="146160" cy="14400"/>
              </p14:xfrm>
            </p:contentPart>
          </mc:Choice>
          <mc:Fallback xmlns="">
            <p:pic>
              <p:nvPicPr>
                <p:cNvPr id="9" name="Ink 8">
                  <a:extLst>
                    <a:ext uri="{FF2B5EF4-FFF2-40B4-BE49-F238E27FC236}">
                      <a16:creationId xmlns:a16="http://schemas.microsoft.com/office/drawing/2014/main" id="{DBAD0F8D-FD08-A5CC-2C1E-12BDD1893CB1}"/>
                    </a:ext>
                  </a:extLst>
                </p:cNvPr>
                <p:cNvPicPr/>
                <p:nvPr/>
              </p:nvPicPr>
              <p:blipFill>
                <a:blip r:embed="rId7"/>
                <a:stretch>
                  <a:fillRect/>
                </a:stretch>
              </p:blipFill>
              <p:spPr>
                <a:xfrm>
                  <a:off x="2661023" y="3422837"/>
                  <a:ext cx="163800" cy="32040"/>
                </a:xfrm>
                <a:prstGeom prst="rect">
                  <a:avLst/>
                </a:prstGeom>
              </p:spPr>
            </p:pic>
          </mc:Fallback>
        </mc:AlternateContent>
      </p:grpSp>
      <p:grpSp>
        <p:nvGrpSpPr>
          <p:cNvPr id="16" name="Group 15">
            <a:extLst>
              <a:ext uri="{FF2B5EF4-FFF2-40B4-BE49-F238E27FC236}">
                <a16:creationId xmlns:a16="http://schemas.microsoft.com/office/drawing/2014/main" id="{7924CB62-5121-280D-EBBE-34E98DCED0CF}"/>
              </a:ext>
            </a:extLst>
          </p:cNvPr>
          <p:cNvGrpSpPr/>
          <p:nvPr/>
        </p:nvGrpSpPr>
        <p:grpSpPr>
          <a:xfrm>
            <a:off x="2637263" y="1927037"/>
            <a:ext cx="2007000" cy="656640"/>
            <a:chOff x="2637263" y="1927037"/>
            <a:chExt cx="2007000" cy="656640"/>
          </a:xfrm>
        </p:grpSpPr>
        <mc:AlternateContent xmlns:mc="http://schemas.openxmlformats.org/markup-compatibility/2006" xmlns:p14="http://schemas.microsoft.com/office/powerpoint/2010/main">
          <mc:Choice Requires="p14">
            <p:contentPart p14:bwMode="auto" r:id="rId8">
              <p14:nvContentPartPr>
                <p14:cNvPr id="3" name="Ink 2">
                  <a:extLst>
                    <a:ext uri="{FF2B5EF4-FFF2-40B4-BE49-F238E27FC236}">
                      <a16:creationId xmlns:a16="http://schemas.microsoft.com/office/drawing/2014/main" id="{19067257-5903-1292-14EE-E4E38A73BCD8}"/>
                    </a:ext>
                  </a:extLst>
                </p14:cNvPr>
                <p14:cNvContentPartPr/>
                <p14:nvPr/>
              </p14:nvContentPartPr>
              <p14:xfrm>
                <a:off x="2988623" y="2045117"/>
                <a:ext cx="1655640" cy="506880"/>
              </p14:xfrm>
            </p:contentPart>
          </mc:Choice>
          <mc:Fallback xmlns="">
            <p:pic>
              <p:nvPicPr>
                <p:cNvPr id="3" name="Ink 2">
                  <a:extLst>
                    <a:ext uri="{FF2B5EF4-FFF2-40B4-BE49-F238E27FC236}">
                      <a16:creationId xmlns:a16="http://schemas.microsoft.com/office/drawing/2014/main" id="{19067257-5903-1292-14EE-E4E38A73BCD8}"/>
                    </a:ext>
                  </a:extLst>
                </p:cNvPr>
                <p:cNvPicPr/>
                <p:nvPr/>
              </p:nvPicPr>
              <p:blipFill>
                <a:blip r:embed="rId9"/>
                <a:stretch>
                  <a:fillRect/>
                </a:stretch>
              </p:blipFill>
              <p:spPr>
                <a:xfrm>
                  <a:off x="2979983" y="2036117"/>
                  <a:ext cx="1673280" cy="52452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6" name="Ink 5">
                  <a:extLst>
                    <a:ext uri="{FF2B5EF4-FFF2-40B4-BE49-F238E27FC236}">
                      <a16:creationId xmlns:a16="http://schemas.microsoft.com/office/drawing/2014/main" id="{BACC9A76-5C21-F57B-8358-B574EE1D6BE8}"/>
                    </a:ext>
                  </a:extLst>
                </p14:cNvPr>
                <p14:cNvContentPartPr/>
                <p14:nvPr/>
              </p14:nvContentPartPr>
              <p14:xfrm>
                <a:off x="2781623" y="2471357"/>
                <a:ext cx="51480" cy="112320"/>
              </p14:xfrm>
            </p:contentPart>
          </mc:Choice>
          <mc:Fallback xmlns="">
            <p:pic>
              <p:nvPicPr>
                <p:cNvPr id="6" name="Ink 5">
                  <a:extLst>
                    <a:ext uri="{FF2B5EF4-FFF2-40B4-BE49-F238E27FC236}">
                      <a16:creationId xmlns:a16="http://schemas.microsoft.com/office/drawing/2014/main" id="{BACC9A76-5C21-F57B-8358-B574EE1D6BE8}"/>
                    </a:ext>
                  </a:extLst>
                </p:cNvPr>
                <p:cNvPicPr/>
                <p:nvPr/>
              </p:nvPicPr>
              <p:blipFill>
                <a:blip r:embed="rId11"/>
                <a:stretch>
                  <a:fillRect/>
                </a:stretch>
              </p:blipFill>
              <p:spPr>
                <a:xfrm>
                  <a:off x="2772983" y="2462357"/>
                  <a:ext cx="69120" cy="12996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11" name="Ink 10">
                  <a:extLst>
                    <a:ext uri="{FF2B5EF4-FFF2-40B4-BE49-F238E27FC236}">
                      <a16:creationId xmlns:a16="http://schemas.microsoft.com/office/drawing/2014/main" id="{4F6298FE-7FCA-5E05-414D-34A21885EF10}"/>
                    </a:ext>
                  </a:extLst>
                </p14:cNvPr>
                <p14:cNvContentPartPr/>
                <p14:nvPr/>
              </p14:nvContentPartPr>
              <p14:xfrm>
                <a:off x="2855783" y="2437877"/>
                <a:ext cx="70560" cy="136800"/>
              </p14:xfrm>
            </p:contentPart>
          </mc:Choice>
          <mc:Fallback xmlns="">
            <p:pic>
              <p:nvPicPr>
                <p:cNvPr id="11" name="Ink 10">
                  <a:extLst>
                    <a:ext uri="{FF2B5EF4-FFF2-40B4-BE49-F238E27FC236}">
                      <a16:creationId xmlns:a16="http://schemas.microsoft.com/office/drawing/2014/main" id="{4F6298FE-7FCA-5E05-414D-34A21885EF10}"/>
                    </a:ext>
                  </a:extLst>
                </p:cNvPr>
                <p:cNvPicPr/>
                <p:nvPr/>
              </p:nvPicPr>
              <p:blipFill>
                <a:blip r:embed="rId13"/>
                <a:stretch>
                  <a:fillRect/>
                </a:stretch>
              </p:blipFill>
              <p:spPr>
                <a:xfrm>
                  <a:off x="2846783" y="2429237"/>
                  <a:ext cx="88200" cy="15444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12" name="Ink 11">
                  <a:extLst>
                    <a:ext uri="{FF2B5EF4-FFF2-40B4-BE49-F238E27FC236}">
                      <a16:creationId xmlns:a16="http://schemas.microsoft.com/office/drawing/2014/main" id="{F55B20AA-42D9-8E83-F278-13C5F0C5E62D}"/>
                    </a:ext>
                  </a:extLst>
                </p14:cNvPr>
                <p14:cNvContentPartPr/>
                <p14:nvPr/>
              </p14:nvContentPartPr>
              <p14:xfrm>
                <a:off x="2637263" y="1972397"/>
                <a:ext cx="77400" cy="124560"/>
              </p14:xfrm>
            </p:contentPart>
          </mc:Choice>
          <mc:Fallback xmlns="">
            <p:pic>
              <p:nvPicPr>
                <p:cNvPr id="12" name="Ink 11">
                  <a:extLst>
                    <a:ext uri="{FF2B5EF4-FFF2-40B4-BE49-F238E27FC236}">
                      <a16:creationId xmlns:a16="http://schemas.microsoft.com/office/drawing/2014/main" id="{F55B20AA-42D9-8E83-F278-13C5F0C5E62D}"/>
                    </a:ext>
                  </a:extLst>
                </p:cNvPr>
                <p:cNvPicPr/>
                <p:nvPr/>
              </p:nvPicPr>
              <p:blipFill>
                <a:blip r:embed="rId15"/>
                <a:stretch>
                  <a:fillRect/>
                </a:stretch>
              </p:blipFill>
              <p:spPr>
                <a:xfrm>
                  <a:off x="2628263" y="1963397"/>
                  <a:ext cx="95040" cy="142200"/>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13" name="Ink 12">
                  <a:extLst>
                    <a:ext uri="{FF2B5EF4-FFF2-40B4-BE49-F238E27FC236}">
                      <a16:creationId xmlns:a16="http://schemas.microsoft.com/office/drawing/2014/main" id="{5D39F1D5-1B2E-200B-EC99-B89F3F9D6F02}"/>
                    </a:ext>
                  </a:extLst>
                </p14:cNvPr>
                <p14:cNvContentPartPr/>
                <p14:nvPr/>
              </p14:nvContentPartPr>
              <p14:xfrm>
                <a:off x="2648783" y="1927037"/>
                <a:ext cx="153000" cy="57240"/>
              </p14:xfrm>
            </p:contentPart>
          </mc:Choice>
          <mc:Fallback xmlns="">
            <p:pic>
              <p:nvPicPr>
                <p:cNvPr id="13" name="Ink 12">
                  <a:extLst>
                    <a:ext uri="{FF2B5EF4-FFF2-40B4-BE49-F238E27FC236}">
                      <a16:creationId xmlns:a16="http://schemas.microsoft.com/office/drawing/2014/main" id="{5D39F1D5-1B2E-200B-EC99-B89F3F9D6F02}"/>
                    </a:ext>
                  </a:extLst>
                </p:cNvPr>
                <p:cNvPicPr/>
                <p:nvPr/>
              </p:nvPicPr>
              <p:blipFill>
                <a:blip r:embed="rId17"/>
                <a:stretch>
                  <a:fillRect/>
                </a:stretch>
              </p:blipFill>
              <p:spPr>
                <a:xfrm>
                  <a:off x="2640143" y="1918037"/>
                  <a:ext cx="170640" cy="74880"/>
                </a:xfrm>
                <a:prstGeom prst="rect">
                  <a:avLst/>
                </a:prstGeom>
              </p:spPr>
            </p:pic>
          </mc:Fallback>
        </mc:AlternateContent>
        <mc:AlternateContent xmlns:mc="http://schemas.openxmlformats.org/markup-compatibility/2006" xmlns:p14="http://schemas.microsoft.com/office/powerpoint/2010/main">
          <mc:Choice Requires="p14">
            <p:contentPart p14:bwMode="auto" r:id="rId18">
              <p14:nvContentPartPr>
                <p14:cNvPr id="14" name="Ink 13">
                  <a:extLst>
                    <a:ext uri="{FF2B5EF4-FFF2-40B4-BE49-F238E27FC236}">
                      <a16:creationId xmlns:a16="http://schemas.microsoft.com/office/drawing/2014/main" id="{A31B3539-9128-9855-790D-6E78D1B398E4}"/>
                    </a:ext>
                  </a:extLst>
                </p14:cNvPr>
                <p14:cNvContentPartPr/>
                <p14:nvPr/>
              </p14:nvContentPartPr>
              <p14:xfrm>
                <a:off x="2815463" y="1929917"/>
                <a:ext cx="88200" cy="137520"/>
              </p14:xfrm>
            </p:contentPart>
          </mc:Choice>
          <mc:Fallback xmlns="">
            <p:pic>
              <p:nvPicPr>
                <p:cNvPr id="14" name="Ink 13">
                  <a:extLst>
                    <a:ext uri="{FF2B5EF4-FFF2-40B4-BE49-F238E27FC236}">
                      <a16:creationId xmlns:a16="http://schemas.microsoft.com/office/drawing/2014/main" id="{A31B3539-9128-9855-790D-6E78D1B398E4}"/>
                    </a:ext>
                  </a:extLst>
                </p:cNvPr>
                <p:cNvPicPr/>
                <p:nvPr/>
              </p:nvPicPr>
              <p:blipFill>
                <a:blip r:embed="rId19"/>
                <a:stretch>
                  <a:fillRect/>
                </a:stretch>
              </p:blipFill>
              <p:spPr>
                <a:xfrm>
                  <a:off x="2806463" y="1920917"/>
                  <a:ext cx="105840" cy="155160"/>
                </a:xfrm>
                <a:prstGeom prst="rect">
                  <a:avLst/>
                </a:prstGeom>
              </p:spPr>
            </p:pic>
          </mc:Fallback>
        </mc:AlternateContent>
      </p:grpSp>
    </p:spTree>
    <p:extLst>
      <p:ext uri="{BB962C8B-B14F-4D97-AF65-F5344CB8AC3E}">
        <p14:creationId xmlns:p14="http://schemas.microsoft.com/office/powerpoint/2010/main" val="357064504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524250-0EC8-407F-1ACA-FF7FF562B855}"/>
              </a:ext>
            </a:extLst>
          </p:cNvPr>
          <p:cNvSpPr>
            <a:spLocks noGrp="1"/>
          </p:cNvSpPr>
          <p:nvPr>
            <p:ph type="title"/>
          </p:nvPr>
        </p:nvSpPr>
        <p:spPr/>
        <p:txBody>
          <a:bodyPr/>
          <a:lstStyle/>
          <a:p>
            <a:r>
              <a:rPr lang="en-CA" dirty="0"/>
              <a:t>Logic Levels?</a:t>
            </a:r>
          </a:p>
        </p:txBody>
      </p:sp>
      <p:sp>
        <p:nvSpPr>
          <p:cNvPr id="4" name="Rectangle 3">
            <a:extLst>
              <a:ext uri="{FF2B5EF4-FFF2-40B4-BE49-F238E27FC236}">
                <a16:creationId xmlns:a16="http://schemas.microsoft.com/office/drawing/2014/main" id="{5F6490EB-EACE-BE78-1E12-0C0B211012B7}"/>
              </a:ext>
            </a:extLst>
          </p:cNvPr>
          <p:cNvSpPr/>
          <p:nvPr/>
        </p:nvSpPr>
        <p:spPr>
          <a:xfrm>
            <a:off x="1387813" y="2444885"/>
            <a:ext cx="1277566" cy="203632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CA" dirty="0"/>
              <a:t>TX</a:t>
            </a:r>
          </a:p>
        </p:txBody>
      </p:sp>
      <p:sp>
        <p:nvSpPr>
          <p:cNvPr id="5" name="Rectangle 4">
            <a:extLst>
              <a:ext uri="{FF2B5EF4-FFF2-40B4-BE49-F238E27FC236}">
                <a16:creationId xmlns:a16="http://schemas.microsoft.com/office/drawing/2014/main" id="{2DDA56A1-9BEA-5969-39C2-8032E693D865}"/>
              </a:ext>
            </a:extLst>
          </p:cNvPr>
          <p:cNvSpPr/>
          <p:nvPr/>
        </p:nvSpPr>
        <p:spPr>
          <a:xfrm>
            <a:off x="7519481" y="2410838"/>
            <a:ext cx="1277566" cy="203632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CA" dirty="0"/>
              <a:t>RX</a:t>
            </a:r>
          </a:p>
        </p:txBody>
      </p:sp>
      <mc:AlternateContent xmlns:mc="http://schemas.openxmlformats.org/markup-compatibility/2006" xmlns:p14="http://schemas.microsoft.com/office/powerpoint/2010/main">
        <mc:Choice Requires="p14">
          <p:contentPart p14:bwMode="auto" r:id="rId2">
            <p14:nvContentPartPr>
              <p14:cNvPr id="7" name="Ink 6">
                <a:extLst>
                  <a:ext uri="{FF2B5EF4-FFF2-40B4-BE49-F238E27FC236}">
                    <a16:creationId xmlns:a16="http://schemas.microsoft.com/office/drawing/2014/main" id="{852DA72A-2B53-0BD9-6EB8-968A77A3F3E6}"/>
                  </a:ext>
                </a:extLst>
              </p14:cNvPr>
              <p14:cNvContentPartPr/>
              <p14:nvPr/>
            </p14:nvContentPartPr>
            <p14:xfrm>
              <a:off x="2656343" y="2969597"/>
              <a:ext cx="4946760" cy="86040"/>
            </p14:xfrm>
          </p:contentPart>
        </mc:Choice>
        <mc:Fallback xmlns="">
          <p:pic>
            <p:nvPicPr>
              <p:cNvPr id="7" name="Ink 6">
                <a:extLst>
                  <a:ext uri="{FF2B5EF4-FFF2-40B4-BE49-F238E27FC236}">
                    <a16:creationId xmlns:a16="http://schemas.microsoft.com/office/drawing/2014/main" id="{852DA72A-2B53-0BD9-6EB8-968A77A3F3E6}"/>
                  </a:ext>
                </a:extLst>
              </p:cNvPr>
              <p:cNvPicPr/>
              <p:nvPr/>
            </p:nvPicPr>
            <p:blipFill>
              <a:blip r:embed="rId3"/>
              <a:stretch>
                <a:fillRect/>
              </a:stretch>
            </p:blipFill>
            <p:spPr>
              <a:xfrm>
                <a:off x="2647343" y="2960597"/>
                <a:ext cx="4964400" cy="103680"/>
              </a:xfrm>
              <a:prstGeom prst="rect">
                <a:avLst/>
              </a:prstGeom>
            </p:spPr>
          </p:pic>
        </mc:Fallback>
      </mc:AlternateContent>
      <p:grpSp>
        <p:nvGrpSpPr>
          <p:cNvPr id="10" name="Group 9">
            <a:extLst>
              <a:ext uri="{FF2B5EF4-FFF2-40B4-BE49-F238E27FC236}">
                <a16:creationId xmlns:a16="http://schemas.microsoft.com/office/drawing/2014/main" id="{124F49E2-9BD6-B3F5-2BB9-881DD546F253}"/>
              </a:ext>
            </a:extLst>
          </p:cNvPr>
          <p:cNvGrpSpPr/>
          <p:nvPr/>
        </p:nvGrpSpPr>
        <p:grpSpPr>
          <a:xfrm>
            <a:off x="2669663" y="3382157"/>
            <a:ext cx="4909320" cy="84600"/>
            <a:chOff x="2669663" y="3382157"/>
            <a:chExt cx="4909320" cy="84600"/>
          </a:xfrm>
        </p:grpSpPr>
        <mc:AlternateContent xmlns:mc="http://schemas.openxmlformats.org/markup-compatibility/2006" xmlns:p14="http://schemas.microsoft.com/office/powerpoint/2010/main">
          <mc:Choice Requires="p14">
            <p:contentPart p14:bwMode="auto" r:id="rId4">
              <p14:nvContentPartPr>
                <p14:cNvPr id="8" name="Ink 7">
                  <a:extLst>
                    <a:ext uri="{FF2B5EF4-FFF2-40B4-BE49-F238E27FC236}">
                      <a16:creationId xmlns:a16="http://schemas.microsoft.com/office/drawing/2014/main" id="{B783F200-0FDA-4584-399C-26CEC90155DB}"/>
                    </a:ext>
                  </a:extLst>
                </p14:cNvPr>
                <p14:cNvContentPartPr/>
                <p14:nvPr/>
              </p14:nvContentPartPr>
              <p14:xfrm>
                <a:off x="2709623" y="3382157"/>
                <a:ext cx="4869360" cy="84600"/>
              </p14:xfrm>
            </p:contentPart>
          </mc:Choice>
          <mc:Fallback xmlns="">
            <p:pic>
              <p:nvPicPr>
                <p:cNvPr id="8" name="Ink 7">
                  <a:extLst>
                    <a:ext uri="{FF2B5EF4-FFF2-40B4-BE49-F238E27FC236}">
                      <a16:creationId xmlns:a16="http://schemas.microsoft.com/office/drawing/2014/main" id="{B783F200-0FDA-4584-399C-26CEC90155DB}"/>
                    </a:ext>
                  </a:extLst>
                </p:cNvPr>
                <p:cNvPicPr/>
                <p:nvPr/>
              </p:nvPicPr>
              <p:blipFill>
                <a:blip r:embed="rId5"/>
                <a:stretch>
                  <a:fillRect/>
                </a:stretch>
              </p:blipFill>
              <p:spPr>
                <a:xfrm>
                  <a:off x="2700623" y="3373157"/>
                  <a:ext cx="4887000" cy="10224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9" name="Ink 8">
                  <a:extLst>
                    <a:ext uri="{FF2B5EF4-FFF2-40B4-BE49-F238E27FC236}">
                      <a16:creationId xmlns:a16="http://schemas.microsoft.com/office/drawing/2014/main" id="{DBAD0F8D-FD08-A5CC-2C1E-12BDD1893CB1}"/>
                    </a:ext>
                  </a:extLst>
                </p14:cNvPr>
                <p14:cNvContentPartPr/>
                <p14:nvPr/>
              </p14:nvContentPartPr>
              <p14:xfrm>
                <a:off x="2669663" y="3431837"/>
                <a:ext cx="146160" cy="14400"/>
              </p14:xfrm>
            </p:contentPart>
          </mc:Choice>
          <mc:Fallback xmlns="">
            <p:pic>
              <p:nvPicPr>
                <p:cNvPr id="9" name="Ink 8">
                  <a:extLst>
                    <a:ext uri="{FF2B5EF4-FFF2-40B4-BE49-F238E27FC236}">
                      <a16:creationId xmlns:a16="http://schemas.microsoft.com/office/drawing/2014/main" id="{DBAD0F8D-FD08-A5CC-2C1E-12BDD1893CB1}"/>
                    </a:ext>
                  </a:extLst>
                </p:cNvPr>
                <p:cNvPicPr/>
                <p:nvPr/>
              </p:nvPicPr>
              <p:blipFill>
                <a:blip r:embed="rId7"/>
                <a:stretch>
                  <a:fillRect/>
                </a:stretch>
              </p:blipFill>
              <p:spPr>
                <a:xfrm>
                  <a:off x="2661023" y="3422837"/>
                  <a:ext cx="163800" cy="32040"/>
                </a:xfrm>
                <a:prstGeom prst="rect">
                  <a:avLst/>
                </a:prstGeom>
              </p:spPr>
            </p:pic>
          </mc:Fallback>
        </mc:AlternateContent>
      </p:grpSp>
      <p:grpSp>
        <p:nvGrpSpPr>
          <p:cNvPr id="16" name="Group 15">
            <a:extLst>
              <a:ext uri="{FF2B5EF4-FFF2-40B4-BE49-F238E27FC236}">
                <a16:creationId xmlns:a16="http://schemas.microsoft.com/office/drawing/2014/main" id="{7924CB62-5121-280D-EBBE-34E98DCED0CF}"/>
              </a:ext>
            </a:extLst>
          </p:cNvPr>
          <p:cNvGrpSpPr/>
          <p:nvPr/>
        </p:nvGrpSpPr>
        <p:grpSpPr>
          <a:xfrm>
            <a:off x="2637263" y="1927037"/>
            <a:ext cx="2007000" cy="656640"/>
            <a:chOff x="2637263" y="1927037"/>
            <a:chExt cx="2007000" cy="656640"/>
          </a:xfrm>
        </p:grpSpPr>
        <mc:AlternateContent xmlns:mc="http://schemas.openxmlformats.org/markup-compatibility/2006" xmlns:p14="http://schemas.microsoft.com/office/powerpoint/2010/main">
          <mc:Choice Requires="p14">
            <p:contentPart p14:bwMode="auto" r:id="rId8">
              <p14:nvContentPartPr>
                <p14:cNvPr id="3" name="Ink 2">
                  <a:extLst>
                    <a:ext uri="{FF2B5EF4-FFF2-40B4-BE49-F238E27FC236}">
                      <a16:creationId xmlns:a16="http://schemas.microsoft.com/office/drawing/2014/main" id="{19067257-5903-1292-14EE-E4E38A73BCD8}"/>
                    </a:ext>
                  </a:extLst>
                </p14:cNvPr>
                <p14:cNvContentPartPr/>
                <p14:nvPr/>
              </p14:nvContentPartPr>
              <p14:xfrm>
                <a:off x="2988623" y="2045117"/>
                <a:ext cx="1655640" cy="506880"/>
              </p14:xfrm>
            </p:contentPart>
          </mc:Choice>
          <mc:Fallback xmlns="">
            <p:pic>
              <p:nvPicPr>
                <p:cNvPr id="3" name="Ink 2">
                  <a:extLst>
                    <a:ext uri="{FF2B5EF4-FFF2-40B4-BE49-F238E27FC236}">
                      <a16:creationId xmlns:a16="http://schemas.microsoft.com/office/drawing/2014/main" id="{19067257-5903-1292-14EE-E4E38A73BCD8}"/>
                    </a:ext>
                  </a:extLst>
                </p:cNvPr>
                <p:cNvPicPr/>
                <p:nvPr/>
              </p:nvPicPr>
              <p:blipFill>
                <a:blip r:embed="rId9"/>
                <a:stretch>
                  <a:fillRect/>
                </a:stretch>
              </p:blipFill>
              <p:spPr>
                <a:xfrm>
                  <a:off x="2979983" y="2036117"/>
                  <a:ext cx="1673280" cy="52452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6" name="Ink 5">
                  <a:extLst>
                    <a:ext uri="{FF2B5EF4-FFF2-40B4-BE49-F238E27FC236}">
                      <a16:creationId xmlns:a16="http://schemas.microsoft.com/office/drawing/2014/main" id="{BACC9A76-5C21-F57B-8358-B574EE1D6BE8}"/>
                    </a:ext>
                  </a:extLst>
                </p14:cNvPr>
                <p14:cNvContentPartPr/>
                <p14:nvPr/>
              </p14:nvContentPartPr>
              <p14:xfrm>
                <a:off x="2781623" y="2471357"/>
                <a:ext cx="51480" cy="112320"/>
              </p14:xfrm>
            </p:contentPart>
          </mc:Choice>
          <mc:Fallback xmlns="">
            <p:pic>
              <p:nvPicPr>
                <p:cNvPr id="6" name="Ink 5">
                  <a:extLst>
                    <a:ext uri="{FF2B5EF4-FFF2-40B4-BE49-F238E27FC236}">
                      <a16:creationId xmlns:a16="http://schemas.microsoft.com/office/drawing/2014/main" id="{BACC9A76-5C21-F57B-8358-B574EE1D6BE8}"/>
                    </a:ext>
                  </a:extLst>
                </p:cNvPr>
                <p:cNvPicPr/>
                <p:nvPr/>
              </p:nvPicPr>
              <p:blipFill>
                <a:blip r:embed="rId11"/>
                <a:stretch>
                  <a:fillRect/>
                </a:stretch>
              </p:blipFill>
              <p:spPr>
                <a:xfrm>
                  <a:off x="2772983" y="2462357"/>
                  <a:ext cx="69120" cy="12996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11" name="Ink 10">
                  <a:extLst>
                    <a:ext uri="{FF2B5EF4-FFF2-40B4-BE49-F238E27FC236}">
                      <a16:creationId xmlns:a16="http://schemas.microsoft.com/office/drawing/2014/main" id="{4F6298FE-7FCA-5E05-414D-34A21885EF10}"/>
                    </a:ext>
                  </a:extLst>
                </p14:cNvPr>
                <p14:cNvContentPartPr/>
                <p14:nvPr/>
              </p14:nvContentPartPr>
              <p14:xfrm>
                <a:off x="2855783" y="2437877"/>
                <a:ext cx="70560" cy="136800"/>
              </p14:xfrm>
            </p:contentPart>
          </mc:Choice>
          <mc:Fallback xmlns="">
            <p:pic>
              <p:nvPicPr>
                <p:cNvPr id="11" name="Ink 10">
                  <a:extLst>
                    <a:ext uri="{FF2B5EF4-FFF2-40B4-BE49-F238E27FC236}">
                      <a16:creationId xmlns:a16="http://schemas.microsoft.com/office/drawing/2014/main" id="{4F6298FE-7FCA-5E05-414D-34A21885EF10}"/>
                    </a:ext>
                  </a:extLst>
                </p:cNvPr>
                <p:cNvPicPr/>
                <p:nvPr/>
              </p:nvPicPr>
              <p:blipFill>
                <a:blip r:embed="rId13"/>
                <a:stretch>
                  <a:fillRect/>
                </a:stretch>
              </p:blipFill>
              <p:spPr>
                <a:xfrm>
                  <a:off x="2846783" y="2429237"/>
                  <a:ext cx="88200" cy="15444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12" name="Ink 11">
                  <a:extLst>
                    <a:ext uri="{FF2B5EF4-FFF2-40B4-BE49-F238E27FC236}">
                      <a16:creationId xmlns:a16="http://schemas.microsoft.com/office/drawing/2014/main" id="{F55B20AA-42D9-8E83-F278-13C5F0C5E62D}"/>
                    </a:ext>
                  </a:extLst>
                </p14:cNvPr>
                <p14:cNvContentPartPr/>
                <p14:nvPr/>
              </p14:nvContentPartPr>
              <p14:xfrm>
                <a:off x="2637263" y="1972397"/>
                <a:ext cx="77400" cy="124560"/>
              </p14:xfrm>
            </p:contentPart>
          </mc:Choice>
          <mc:Fallback xmlns="">
            <p:pic>
              <p:nvPicPr>
                <p:cNvPr id="12" name="Ink 11">
                  <a:extLst>
                    <a:ext uri="{FF2B5EF4-FFF2-40B4-BE49-F238E27FC236}">
                      <a16:creationId xmlns:a16="http://schemas.microsoft.com/office/drawing/2014/main" id="{F55B20AA-42D9-8E83-F278-13C5F0C5E62D}"/>
                    </a:ext>
                  </a:extLst>
                </p:cNvPr>
                <p:cNvPicPr/>
                <p:nvPr/>
              </p:nvPicPr>
              <p:blipFill>
                <a:blip r:embed="rId15"/>
                <a:stretch>
                  <a:fillRect/>
                </a:stretch>
              </p:blipFill>
              <p:spPr>
                <a:xfrm>
                  <a:off x="2628263" y="1963397"/>
                  <a:ext cx="95040" cy="142200"/>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13" name="Ink 12">
                  <a:extLst>
                    <a:ext uri="{FF2B5EF4-FFF2-40B4-BE49-F238E27FC236}">
                      <a16:creationId xmlns:a16="http://schemas.microsoft.com/office/drawing/2014/main" id="{5D39F1D5-1B2E-200B-EC99-B89F3F9D6F02}"/>
                    </a:ext>
                  </a:extLst>
                </p14:cNvPr>
                <p14:cNvContentPartPr/>
                <p14:nvPr/>
              </p14:nvContentPartPr>
              <p14:xfrm>
                <a:off x="2648783" y="1927037"/>
                <a:ext cx="153000" cy="57240"/>
              </p14:xfrm>
            </p:contentPart>
          </mc:Choice>
          <mc:Fallback xmlns="">
            <p:pic>
              <p:nvPicPr>
                <p:cNvPr id="13" name="Ink 12">
                  <a:extLst>
                    <a:ext uri="{FF2B5EF4-FFF2-40B4-BE49-F238E27FC236}">
                      <a16:creationId xmlns:a16="http://schemas.microsoft.com/office/drawing/2014/main" id="{5D39F1D5-1B2E-200B-EC99-B89F3F9D6F02}"/>
                    </a:ext>
                  </a:extLst>
                </p:cNvPr>
                <p:cNvPicPr/>
                <p:nvPr/>
              </p:nvPicPr>
              <p:blipFill>
                <a:blip r:embed="rId17"/>
                <a:stretch>
                  <a:fillRect/>
                </a:stretch>
              </p:blipFill>
              <p:spPr>
                <a:xfrm>
                  <a:off x="2640143" y="1918037"/>
                  <a:ext cx="170640" cy="74880"/>
                </a:xfrm>
                <a:prstGeom prst="rect">
                  <a:avLst/>
                </a:prstGeom>
              </p:spPr>
            </p:pic>
          </mc:Fallback>
        </mc:AlternateContent>
        <mc:AlternateContent xmlns:mc="http://schemas.openxmlformats.org/markup-compatibility/2006" xmlns:p14="http://schemas.microsoft.com/office/powerpoint/2010/main">
          <mc:Choice Requires="p14">
            <p:contentPart p14:bwMode="auto" r:id="rId18">
              <p14:nvContentPartPr>
                <p14:cNvPr id="14" name="Ink 13">
                  <a:extLst>
                    <a:ext uri="{FF2B5EF4-FFF2-40B4-BE49-F238E27FC236}">
                      <a16:creationId xmlns:a16="http://schemas.microsoft.com/office/drawing/2014/main" id="{A31B3539-9128-9855-790D-6E78D1B398E4}"/>
                    </a:ext>
                  </a:extLst>
                </p14:cNvPr>
                <p14:cNvContentPartPr/>
                <p14:nvPr/>
              </p14:nvContentPartPr>
              <p14:xfrm>
                <a:off x="2815463" y="1929917"/>
                <a:ext cx="88200" cy="137520"/>
              </p14:xfrm>
            </p:contentPart>
          </mc:Choice>
          <mc:Fallback xmlns="">
            <p:pic>
              <p:nvPicPr>
                <p:cNvPr id="14" name="Ink 13">
                  <a:extLst>
                    <a:ext uri="{FF2B5EF4-FFF2-40B4-BE49-F238E27FC236}">
                      <a16:creationId xmlns:a16="http://schemas.microsoft.com/office/drawing/2014/main" id="{A31B3539-9128-9855-790D-6E78D1B398E4}"/>
                    </a:ext>
                  </a:extLst>
                </p:cNvPr>
                <p:cNvPicPr/>
                <p:nvPr/>
              </p:nvPicPr>
              <p:blipFill>
                <a:blip r:embed="rId19"/>
                <a:stretch>
                  <a:fillRect/>
                </a:stretch>
              </p:blipFill>
              <p:spPr>
                <a:xfrm>
                  <a:off x="2806463" y="1920917"/>
                  <a:ext cx="105840" cy="155160"/>
                </a:xfrm>
                <a:prstGeom prst="rect">
                  <a:avLst/>
                </a:prstGeom>
              </p:spPr>
            </p:pic>
          </mc:Fallback>
        </mc:AlternateContent>
      </p:grpSp>
      <p:grpSp>
        <p:nvGrpSpPr>
          <p:cNvPr id="15" name="Group 14">
            <a:extLst>
              <a:ext uri="{FF2B5EF4-FFF2-40B4-BE49-F238E27FC236}">
                <a16:creationId xmlns:a16="http://schemas.microsoft.com/office/drawing/2014/main" id="{83F53317-7D4E-F290-AB08-7FA9A77EB731}"/>
              </a:ext>
            </a:extLst>
          </p:cNvPr>
          <p:cNvGrpSpPr/>
          <p:nvPr/>
        </p:nvGrpSpPr>
        <p:grpSpPr>
          <a:xfrm>
            <a:off x="5734241" y="2147109"/>
            <a:ext cx="1862640" cy="465187"/>
            <a:chOff x="2781623" y="2045117"/>
            <a:chExt cx="1862640" cy="538560"/>
          </a:xfrm>
        </p:grpSpPr>
        <mc:AlternateContent xmlns:mc="http://schemas.openxmlformats.org/markup-compatibility/2006" xmlns:p14="http://schemas.microsoft.com/office/powerpoint/2010/main">
          <mc:Choice Requires="p14">
            <p:contentPart p14:bwMode="auto" r:id="rId20">
              <p14:nvContentPartPr>
                <p14:cNvPr id="17" name="Ink 16">
                  <a:extLst>
                    <a:ext uri="{FF2B5EF4-FFF2-40B4-BE49-F238E27FC236}">
                      <a16:creationId xmlns:a16="http://schemas.microsoft.com/office/drawing/2014/main" id="{39CD1010-A024-3F33-BD9C-A807707348D1}"/>
                    </a:ext>
                  </a:extLst>
                </p14:cNvPr>
                <p14:cNvContentPartPr/>
                <p14:nvPr/>
              </p14:nvContentPartPr>
              <p14:xfrm>
                <a:off x="2988623" y="2045117"/>
                <a:ext cx="1655640" cy="506880"/>
              </p14:xfrm>
            </p:contentPart>
          </mc:Choice>
          <mc:Fallback xmlns="">
            <p:pic>
              <p:nvPicPr>
                <p:cNvPr id="17" name="Ink 16">
                  <a:extLst>
                    <a:ext uri="{FF2B5EF4-FFF2-40B4-BE49-F238E27FC236}">
                      <a16:creationId xmlns:a16="http://schemas.microsoft.com/office/drawing/2014/main" id="{39CD1010-A024-3F33-BD9C-A807707348D1}"/>
                    </a:ext>
                  </a:extLst>
                </p:cNvPr>
                <p:cNvPicPr/>
                <p:nvPr/>
              </p:nvPicPr>
              <p:blipFill>
                <a:blip r:embed="rId21"/>
                <a:stretch>
                  <a:fillRect/>
                </a:stretch>
              </p:blipFill>
              <p:spPr>
                <a:xfrm>
                  <a:off x="2979983" y="2034705"/>
                  <a:ext cx="1673280" cy="527288"/>
                </a:xfrm>
                <a:prstGeom prst="rect">
                  <a:avLst/>
                </a:prstGeom>
              </p:spPr>
            </p:pic>
          </mc:Fallback>
        </mc:AlternateContent>
        <mc:AlternateContent xmlns:mc="http://schemas.openxmlformats.org/markup-compatibility/2006" xmlns:p14="http://schemas.microsoft.com/office/powerpoint/2010/main">
          <mc:Choice Requires="p14">
            <p:contentPart p14:bwMode="auto" r:id="rId22">
              <p14:nvContentPartPr>
                <p14:cNvPr id="18" name="Ink 17">
                  <a:extLst>
                    <a:ext uri="{FF2B5EF4-FFF2-40B4-BE49-F238E27FC236}">
                      <a16:creationId xmlns:a16="http://schemas.microsoft.com/office/drawing/2014/main" id="{3EA2A506-3CB3-E39D-3C71-C37C7112C776}"/>
                    </a:ext>
                  </a:extLst>
                </p14:cNvPr>
                <p14:cNvContentPartPr/>
                <p14:nvPr/>
              </p14:nvContentPartPr>
              <p14:xfrm>
                <a:off x="2781623" y="2471357"/>
                <a:ext cx="51480" cy="112320"/>
              </p14:xfrm>
            </p:contentPart>
          </mc:Choice>
          <mc:Fallback xmlns="">
            <p:pic>
              <p:nvPicPr>
                <p:cNvPr id="18" name="Ink 17">
                  <a:extLst>
                    <a:ext uri="{FF2B5EF4-FFF2-40B4-BE49-F238E27FC236}">
                      <a16:creationId xmlns:a16="http://schemas.microsoft.com/office/drawing/2014/main" id="{3EA2A506-3CB3-E39D-3C71-C37C7112C776}"/>
                    </a:ext>
                  </a:extLst>
                </p:cNvPr>
                <p:cNvPicPr/>
                <p:nvPr/>
              </p:nvPicPr>
              <p:blipFill>
                <a:blip r:embed="rId23"/>
                <a:stretch>
                  <a:fillRect/>
                </a:stretch>
              </p:blipFill>
              <p:spPr>
                <a:xfrm>
                  <a:off x="2772983" y="2460918"/>
                  <a:ext cx="69120" cy="132780"/>
                </a:xfrm>
                <a:prstGeom prst="rect">
                  <a:avLst/>
                </a:prstGeom>
              </p:spPr>
            </p:pic>
          </mc:Fallback>
        </mc:AlternateContent>
        <mc:AlternateContent xmlns:mc="http://schemas.openxmlformats.org/markup-compatibility/2006" xmlns:p14="http://schemas.microsoft.com/office/powerpoint/2010/main">
          <mc:Choice Requires="p14">
            <p:contentPart p14:bwMode="auto" r:id="rId24">
              <p14:nvContentPartPr>
                <p14:cNvPr id="19" name="Ink 18">
                  <a:extLst>
                    <a:ext uri="{FF2B5EF4-FFF2-40B4-BE49-F238E27FC236}">
                      <a16:creationId xmlns:a16="http://schemas.microsoft.com/office/drawing/2014/main" id="{FFAE9A36-E127-7305-626A-AED7684B62C0}"/>
                    </a:ext>
                  </a:extLst>
                </p14:cNvPr>
                <p14:cNvContentPartPr/>
                <p14:nvPr/>
              </p14:nvContentPartPr>
              <p14:xfrm>
                <a:off x="2855783" y="2437877"/>
                <a:ext cx="70560" cy="136800"/>
              </p14:xfrm>
            </p:contentPart>
          </mc:Choice>
          <mc:Fallback xmlns="">
            <p:pic>
              <p:nvPicPr>
                <p:cNvPr id="19" name="Ink 18">
                  <a:extLst>
                    <a:ext uri="{FF2B5EF4-FFF2-40B4-BE49-F238E27FC236}">
                      <a16:creationId xmlns:a16="http://schemas.microsoft.com/office/drawing/2014/main" id="{FFAE9A36-E127-7305-626A-AED7684B62C0}"/>
                    </a:ext>
                  </a:extLst>
                </p:cNvPr>
                <p:cNvPicPr/>
                <p:nvPr/>
              </p:nvPicPr>
              <p:blipFill>
                <a:blip r:embed="rId25"/>
                <a:stretch>
                  <a:fillRect/>
                </a:stretch>
              </p:blipFill>
              <p:spPr>
                <a:xfrm>
                  <a:off x="2846783" y="2427450"/>
                  <a:ext cx="88200" cy="157237"/>
                </a:xfrm>
                <a:prstGeom prst="rect">
                  <a:avLst/>
                </a:prstGeom>
              </p:spPr>
            </p:pic>
          </mc:Fallback>
        </mc:AlternateContent>
      </p:grpSp>
      <p:grpSp>
        <p:nvGrpSpPr>
          <p:cNvPr id="32" name="Group 31">
            <a:extLst>
              <a:ext uri="{FF2B5EF4-FFF2-40B4-BE49-F238E27FC236}">
                <a16:creationId xmlns:a16="http://schemas.microsoft.com/office/drawing/2014/main" id="{E9F8020A-759C-65EC-BF93-608F011066A5}"/>
              </a:ext>
            </a:extLst>
          </p:cNvPr>
          <p:cNvGrpSpPr/>
          <p:nvPr/>
        </p:nvGrpSpPr>
        <p:grpSpPr>
          <a:xfrm>
            <a:off x="4693223" y="1890317"/>
            <a:ext cx="1495080" cy="542880"/>
            <a:chOff x="4693223" y="1890317"/>
            <a:chExt cx="1495080" cy="542880"/>
          </a:xfrm>
        </p:grpSpPr>
        <mc:AlternateContent xmlns:mc="http://schemas.openxmlformats.org/markup-compatibility/2006" xmlns:p14="http://schemas.microsoft.com/office/powerpoint/2010/main">
          <mc:Choice Requires="p14">
            <p:contentPart p14:bwMode="auto" r:id="rId26">
              <p14:nvContentPartPr>
                <p14:cNvPr id="23" name="Ink 22">
                  <a:extLst>
                    <a:ext uri="{FF2B5EF4-FFF2-40B4-BE49-F238E27FC236}">
                      <a16:creationId xmlns:a16="http://schemas.microsoft.com/office/drawing/2014/main" id="{6A78DEA7-4E22-A4D7-37F7-37AB79DC8896}"/>
                    </a:ext>
                  </a:extLst>
                </p14:cNvPr>
                <p14:cNvContentPartPr/>
                <p14:nvPr/>
              </p14:nvContentPartPr>
              <p14:xfrm>
                <a:off x="5761703" y="1993277"/>
                <a:ext cx="13320" cy="185400"/>
              </p14:xfrm>
            </p:contentPart>
          </mc:Choice>
          <mc:Fallback xmlns="">
            <p:pic>
              <p:nvPicPr>
                <p:cNvPr id="23" name="Ink 22">
                  <a:extLst>
                    <a:ext uri="{FF2B5EF4-FFF2-40B4-BE49-F238E27FC236}">
                      <a16:creationId xmlns:a16="http://schemas.microsoft.com/office/drawing/2014/main" id="{6A78DEA7-4E22-A4D7-37F7-37AB79DC8896}"/>
                    </a:ext>
                  </a:extLst>
                </p:cNvPr>
                <p:cNvPicPr/>
                <p:nvPr/>
              </p:nvPicPr>
              <p:blipFill>
                <a:blip r:embed="rId27"/>
                <a:stretch>
                  <a:fillRect/>
                </a:stretch>
              </p:blipFill>
              <p:spPr>
                <a:xfrm>
                  <a:off x="5753063" y="1984637"/>
                  <a:ext cx="30960" cy="203040"/>
                </a:xfrm>
                <a:prstGeom prst="rect">
                  <a:avLst/>
                </a:prstGeom>
              </p:spPr>
            </p:pic>
          </mc:Fallback>
        </mc:AlternateContent>
        <mc:AlternateContent xmlns:mc="http://schemas.openxmlformats.org/markup-compatibility/2006" xmlns:p14="http://schemas.microsoft.com/office/powerpoint/2010/main">
          <mc:Choice Requires="p14">
            <p:contentPart p14:bwMode="auto" r:id="rId28">
              <p14:nvContentPartPr>
                <p14:cNvPr id="24" name="Ink 23">
                  <a:extLst>
                    <a:ext uri="{FF2B5EF4-FFF2-40B4-BE49-F238E27FC236}">
                      <a16:creationId xmlns:a16="http://schemas.microsoft.com/office/drawing/2014/main" id="{40600FB0-3F47-259E-122F-F353BEE7145A}"/>
                    </a:ext>
                  </a:extLst>
                </p14:cNvPr>
                <p14:cNvContentPartPr/>
                <p14:nvPr/>
              </p14:nvContentPartPr>
              <p14:xfrm>
                <a:off x="5679263" y="1995437"/>
                <a:ext cx="92520" cy="87840"/>
              </p14:xfrm>
            </p:contentPart>
          </mc:Choice>
          <mc:Fallback xmlns="">
            <p:pic>
              <p:nvPicPr>
                <p:cNvPr id="24" name="Ink 23">
                  <a:extLst>
                    <a:ext uri="{FF2B5EF4-FFF2-40B4-BE49-F238E27FC236}">
                      <a16:creationId xmlns:a16="http://schemas.microsoft.com/office/drawing/2014/main" id="{40600FB0-3F47-259E-122F-F353BEE7145A}"/>
                    </a:ext>
                  </a:extLst>
                </p:cNvPr>
                <p:cNvPicPr/>
                <p:nvPr/>
              </p:nvPicPr>
              <p:blipFill>
                <a:blip r:embed="rId29"/>
                <a:stretch>
                  <a:fillRect/>
                </a:stretch>
              </p:blipFill>
              <p:spPr>
                <a:xfrm>
                  <a:off x="5670263" y="1986437"/>
                  <a:ext cx="110160" cy="105480"/>
                </a:xfrm>
                <a:prstGeom prst="rect">
                  <a:avLst/>
                </a:prstGeom>
              </p:spPr>
            </p:pic>
          </mc:Fallback>
        </mc:AlternateContent>
        <mc:AlternateContent xmlns:mc="http://schemas.openxmlformats.org/markup-compatibility/2006" xmlns:p14="http://schemas.microsoft.com/office/powerpoint/2010/main">
          <mc:Choice Requires="p14">
            <p:contentPart p14:bwMode="auto" r:id="rId30">
              <p14:nvContentPartPr>
                <p14:cNvPr id="25" name="Ink 24">
                  <a:extLst>
                    <a:ext uri="{FF2B5EF4-FFF2-40B4-BE49-F238E27FC236}">
                      <a16:creationId xmlns:a16="http://schemas.microsoft.com/office/drawing/2014/main" id="{9C775C6C-7824-E509-DD16-054AA38F9D7E}"/>
                    </a:ext>
                  </a:extLst>
                </p14:cNvPr>
                <p14:cNvContentPartPr/>
                <p14:nvPr/>
              </p14:nvContentPartPr>
              <p14:xfrm>
                <a:off x="5835143" y="2092637"/>
                <a:ext cx="13320" cy="31320"/>
              </p14:xfrm>
            </p:contentPart>
          </mc:Choice>
          <mc:Fallback xmlns="">
            <p:pic>
              <p:nvPicPr>
                <p:cNvPr id="25" name="Ink 24">
                  <a:extLst>
                    <a:ext uri="{FF2B5EF4-FFF2-40B4-BE49-F238E27FC236}">
                      <a16:creationId xmlns:a16="http://schemas.microsoft.com/office/drawing/2014/main" id="{9C775C6C-7824-E509-DD16-054AA38F9D7E}"/>
                    </a:ext>
                  </a:extLst>
                </p:cNvPr>
                <p:cNvPicPr/>
                <p:nvPr/>
              </p:nvPicPr>
              <p:blipFill>
                <a:blip r:embed="rId31"/>
                <a:stretch>
                  <a:fillRect/>
                </a:stretch>
              </p:blipFill>
              <p:spPr>
                <a:xfrm>
                  <a:off x="5826503" y="2083637"/>
                  <a:ext cx="30960" cy="48960"/>
                </a:xfrm>
                <a:prstGeom prst="rect">
                  <a:avLst/>
                </a:prstGeom>
              </p:spPr>
            </p:pic>
          </mc:Fallback>
        </mc:AlternateContent>
        <mc:AlternateContent xmlns:mc="http://schemas.openxmlformats.org/markup-compatibility/2006" xmlns:p14="http://schemas.microsoft.com/office/powerpoint/2010/main">
          <mc:Choice Requires="p14">
            <p:contentPart p14:bwMode="auto" r:id="rId32">
              <p14:nvContentPartPr>
                <p14:cNvPr id="26" name="Ink 25">
                  <a:extLst>
                    <a:ext uri="{FF2B5EF4-FFF2-40B4-BE49-F238E27FC236}">
                      <a16:creationId xmlns:a16="http://schemas.microsoft.com/office/drawing/2014/main" id="{FA5FF8DB-9DAD-E3B6-DDB5-B7E0D2907EE0}"/>
                    </a:ext>
                  </a:extLst>
                </p14:cNvPr>
                <p14:cNvContentPartPr/>
                <p14:nvPr/>
              </p14:nvContentPartPr>
              <p14:xfrm>
                <a:off x="5892383" y="1957997"/>
                <a:ext cx="102240" cy="213840"/>
              </p14:xfrm>
            </p:contentPart>
          </mc:Choice>
          <mc:Fallback xmlns="">
            <p:pic>
              <p:nvPicPr>
                <p:cNvPr id="26" name="Ink 25">
                  <a:extLst>
                    <a:ext uri="{FF2B5EF4-FFF2-40B4-BE49-F238E27FC236}">
                      <a16:creationId xmlns:a16="http://schemas.microsoft.com/office/drawing/2014/main" id="{FA5FF8DB-9DAD-E3B6-DDB5-B7E0D2907EE0}"/>
                    </a:ext>
                  </a:extLst>
                </p:cNvPr>
                <p:cNvPicPr/>
                <p:nvPr/>
              </p:nvPicPr>
              <p:blipFill>
                <a:blip r:embed="rId33"/>
                <a:stretch>
                  <a:fillRect/>
                </a:stretch>
              </p:blipFill>
              <p:spPr>
                <a:xfrm>
                  <a:off x="5883383" y="1949357"/>
                  <a:ext cx="119880" cy="231480"/>
                </a:xfrm>
                <a:prstGeom prst="rect">
                  <a:avLst/>
                </a:prstGeom>
              </p:spPr>
            </p:pic>
          </mc:Fallback>
        </mc:AlternateContent>
        <mc:AlternateContent xmlns:mc="http://schemas.openxmlformats.org/markup-compatibility/2006" xmlns:p14="http://schemas.microsoft.com/office/powerpoint/2010/main">
          <mc:Choice Requires="p14">
            <p:contentPart p14:bwMode="auto" r:id="rId34">
              <p14:nvContentPartPr>
                <p14:cNvPr id="27" name="Ink 26">
                  <a:extLst>
                    <a:ext uri="{FF2B5EF4-FFF2-40B4-BE49-F238E27FC236}">
                      <a16:creationId xmlns:a16="http://schemas.microsoft.com/office/drawing/2014/main" id="{1A391607-4423-0239-B00A-868DCCEE1E2A}"/>
                    </a:ext>
                  </a:extLst>
                </p14:cNvPr>
                <p14:cNvContentPartPr/>
                <p14:nvPr/>
              </p14:nvContentPartPr>
              <p14:xfrm>
                <a:off x="5903903" y="2064917"/>
                <a:ext cx="101880" cy="27000"/>
              </p14:xfrm>
            </p:contentPart>
          </mc:Choice>
          <mc:Fallback xmlns="">
            <p:pic>
              <p:nvPicPr>
                <p:cNvPr id="27" name="Ink 26">
                  <a:extLst>
                    <a:ext uri="{FF2B5EF4-FFF2-40B4-BE49-F238E27FC236}">
                      <a16:creationId xmlns:a16="http://schemas.microsoft.com/office/drawing/2014/main" id="{1A391607-4423-0239-B00A-868DCCEE1E2A}"/>
                    </a:ext>
                  </a:extLst>
                </p:cNvPr>
                <p:cNvPicPr/>
                <p:nvPr/>
              </p:nvPicPr>
              <p:blipFill>
                <a:blip r:embed="rId35"/>
                <a:stretch>
                  <a:fillRect/>
                </a:stretch>
              </p:blipFill>
              <p:spPr>
                <a:xfrm>
                  <a:off x="5895263" y="2055917"/>
                  <a:ext cx="119520" cy="44640"/>
                </a:xfrm>
                <a:prstGeom prst="rect">
                  <a:avLst/>
                </a:prstGeom>
              </p:spPr>
            </p:pic>
          </mc:Fallback>
        </mc:AlternateContent>
        <mc:AlternateContent xmlns:mc="http://schemas.openxmlformats.org/markup-compatibility/2006" xmlns:p14="http://schemas.microsoft.com/office/powerpoint/2010/main">
          <mc:Choice Requires="p14">
            <p:contentPart p14:bwMode="auto" r:id="rId36">
              <p14:nvContentPartPr>
                <p14:cNvPr id="28" name="Ink 27">
                  <a:extLst>
                    <a:ext uri="{FF2B5EF4-FFF2-40B4-BE49-F238E27FC236}">
                      <a16:creationId xmlns:a16="http://schemas.microsoft.com/office/drawing/2014/main" id="{B3D4152F-6843-DCBD-4B0A-56A3AF42168C}"/>
                    </a:ext>
                  </a:extLst>
                </p14:cNvPr>
                <p14:cNvContentPartPr/>
                <p14:nvPr/>
              </p14:nvContentPartPr>
              <p14:xfrm>
                <a:off x="6038903" y="1890317"/>
                <a:ext cx="149400" cy="185760"/>
              </p14:xfrm>
            </p:contentPart>
          </mc:Choice>
          <mc:Fallback xmlns="">
            <p:pic>
              <p:nvPicPr>
                <p:cNvPr id="28" name="Ink 27">
                  <a:extLst>
                    <a:ext uri="{FF2B5EF4-FFF2-40B4-BE49-F238E27FC236}">
                      <a16:creationId xmlns:a16="http://schemas.microsoft.com/office/drawing/2014/main" id="{B3D4152F-6843-DCBD-4B0A-56A3AF42168C}"/>
                    </a:ext>
                  </a:extLst>
                </p:cNvPr>
                <p:cNvPicPr/>
                <p:nvPr/>
              </p:nvPicPr>
              <p:blipFill>
                <a:blip r:embed="rId37"/>
                <a:stretch>
                  <a:fillRect/>
                </a:stretch>
              </p:blipFill>
              <p:spPr>
                <a:xfrm>
                  <a:off x="6029903" y="1881317"/>
                  <a:ext cx="167040" cy="203400"/>
                </a:xfrm>
                <a:prstGeom prst="rect">
                  <a:avLst/>
                </a:prstGeom>
              </p:spPr>
            </p:pic>
          </mc:Fallback>
        </mc:AlternateContent>
        <mc:AlternateContent xmlns:mc="http://schemas.openxmlformats.org/markup-compatibility/2006" xmlns:p14="http://schemas.microsoft.com/office/powerpoint/2010/main">
          <mc:Choice Requires="p14">
            <p:contentPart p14:bwMode="auto" r:id="rId38">
              <p14:nvContentPartPr>
                <p14:cNvPr id="30" name="Ink 29">
                  <a:extLst>
                    <a:ext uri="{FF2B5EF4-FFF2-40B4-BE49-F238E27FC236}">
                      <a16:creationId xmlns:a16="http://schemas.microsoft.com/office/drawing/2014/main" id="{265E0226-89B1-71F4-1D60-6D6219653FC6}"/>
                    </a:ext>
                  </a:extLst>
                </p14:cNvPr>
                <p14:cNvContentPartPr/>
                <p14:nvPr/>
              </p14:nvContentPartPr>
              <p14:xfrm>
                <a:off x="4693223" y="2262917"/>
                <a:ext cx="737280" cy="107640"/>
              </p14:xfrm>
            </p:contentPart>
          </mc:Choice>
          <mc:Fallback xmlns="">
            <p:pic>
              <p:nvPicPr>
                <p:cNvPr id="30" name="Ink 29">
                  <a:extLst>
                    <a:ext uri="{FF2B5EF4-FFF2-40B4-BE49-F238E27FC236}">
                      <a16:creationId xmlns:a16="http://schemas.microsoft.com/office/drawing/2014/main" id="{265E0226-89B1-71F4-1D60-6D6219653FC6}"/>
                    </a:ext>
                  </a:extLst>
                </p:cNvPr>
                <p:cNvPicPr/>
                <p:nvPr/>
              </p:nvPicPr>
              <p:blipFill>
                <a:blip r:embed="rId39"/>
                <a:stretch>
                  <a:fillRect/>
                </a:stretch>
              </p:blipFill>
              <p:spPr>
                <a:xfrm>
                  <a:off x="4684223" y="2254277"/>
                  <a:ext cx="754920" cy="125280"/>
                </a:xfrm>
                <a:prstGeom prst="rect">
                  <a:avLst/>
                </a:prstGeom>
              </p:spPr>
            </p:pic>
          </mc:Fallback>
        </mc:AlternateContent>
        <mc:AlternateContent xmlns:mc="http://schemas.openxmlformats.org/markup-compatibility/2006" xmlns:p14="http://schemas.microsoft.com/office/powerpoint/2010/main">
          <mc:Choice Requires="p14">
            <p:contentPart p14:bwMode="auto" r:id="rId40">
              <p14:nvContentPartPr>
                <p14:cNvPr id="31" name="Ink 30">
                  <a:extLst>
                    <a:ext uri="{FF2B5EF4-FFF2-40B4-BE49-F238E27FC236}">
                      <a16:creationId xmlns:a16="http://schemas.microsoft.com/office/drawing/2014/main" id="{A72764A8-FCE6-78D5-C453-3AA28FEF51F6}"/>
                    </a:ext>
                  </a:extLst>
                </p14:cNvPr>
                <p14:cNvContentPartPr/>
                <p14:nvPr/>
              </p14:nvContentPartPr>
              <p14:xfrm>
                <a:off x="5339063" y="2176157"/>
                <a:ext cx="138240" cy="257040"/>
              </p14:xfrm>
            </p:contentPart>
          </mc:Choice>
          <mc:Fallback xmlns="">
            <p:pic>
              <p:nvPicPr>
                <p:cNvPr id="31" name="Ink 30">
                  <a:extLst>
                    <a:ext uri="{FF2B5EF4-FFF2-40B4-BE49-F238E27FC236}">
                      <a16:creationId xmlns:a16="http://schemas.microsoft.com/office/drawing/2014/main" id="{A72764A8-FCE6-78D5-C453-3AA28FEF51F6}"/>
                    </a:ext>
                  </a:extLst>
                </p:cNvPr>
                <p:cNvPicPr/>
                <p:nvPr/>
              </p:nvPicPr>
              <p:blipFill>
                <a:blip r:embed="rId41"/>
                <a:stretch>
                  <a:fillRect/>
                </a:stretch>
              </p:blipFill>
              <p:spPr>
                <a:xfrm>
                  <a:off x="5330423" y="2167157"/>
                  <a:ext cx="155880" cy="274680"/>
                </a:xfrm>
                <a:prstGeom prst="rect">
                  <a:avLst/>
                </a:prstGeom>
              </p:spPr>
            </p:pic>
          </mc:Fallback>
        </mc:AlternateContent>
      </p:grpSp>
    </p:spTree>
    <p:extLst>
      <p:ext uri="{BB962C8B-B14F-4D97-AF65-F5344CB8AC3E}">
        <p14:creationId xmlns:p14="http://schemas.microsoft.com/office/powerpoint/2010/main" val="364613117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724AEA67-FBB5-F2EC-B056-77135CD5854A}"/>
              </a:ext>
            </a:extLst>
          </p:cNvPr>
          <p:cNvPicPr>
            <a:picLocks noGrp="1" noChangeAspect="1"/>
          </p:cNvPicPr>
          <p:nvPr>
            <p:ph idx="1"/>
          </p:nvPr>
        </p:nvPicPr>
        <p:blipFill>
          <a:blip r:embed="rId2"/>
          <a:stretch>
            <a:fillRect/>
          </a:stretch>
        </p:blipFill>
        <p:spPr>
          <a:xfrm>
            <a:off x="3009338" y="819784"/>
            <a:ext cx="6662766" cy="4979035"/>
          </a:xfrm>
        </p:spPr>
      </p:pic>
      <p:sp>
        <p:nvSpPr>
          <p:cNvPr id="6" name="TextBox 5">
            <a:extLst>
              <a:ext uri="{FF2B5EF4-FFF2-40B4-BE49-F238E27FC236}">
                <a16:creationId xmlns:a16="http://schemas.microsoft.com/office/drawing/2014/main" id="{C6F7C22F-EE3D-D78C-BD69-F04BCFCBCAF0}"/>
              </a:ext>
            </a:extLst>
          </p:cNvPr>
          <p:cNvSpPr txBox="1"/>
          <p:nvPr/>
        </p:nvSpPr>
        <p:spPr>
          <a:xfrm>
            <a:off x="4290060" y="5943600"/>
            <a:ext cx="4572000" cy="369332"/>
          </a:xfrm>
          <a:prstGeom prst="rect">
            <a:avLst/>
          </a:prstGeom>
          <a:noFill/>
        </p:spPr>
        <p:txBody>
          <a:bodyPr wrap="square" rtlCol="0">
            <a:spAutoFit/>
          </a:bodyPr>
          <a:lstStyle/>
          <a:p>
            <a:r>
              <a:rPr lang="en-CA" dirty="0"/>
              <a:t>Figure 2-3, HHH</a:t>
            </a:r>
          </a:p>
        </p:txBody>
      </p:sp>
    </p:spTree>
    <p:extLst>
      <p:ext uri="{BB962C8B-B14F-4D97-AF65-F5344CB8AC3E}">
        <p14:creationId xmlns:p14="http://schemas.microsoft.com/office/powerpoint/2010/main" val="225522067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B364AE-6C8C-1E84-E361-C0B45D516595}"/>
              </a:ext>
            </a:extLst>
          </p:cNvPr>
          <p:cNvSpPr>
            <a:spLocks noGrp="1"/>
          </p:cNvSpPr>
          <p:nvPr>
            <p:ph type="title"/>
          </p:nvPr>
        </p:nvSpPr>
        <p:spPr/>
        <p:txBody>
          <a:bodyPr/>
          <a:lstStyle/>
          <a:p>
            <a:r>
              <a:rPr lang="en-CA" dirty="0"/>
              <a:t>Synchronous &amp; Asynchronous</a:t>
            </a:r>
          </a:p>
        </p:txBody>
      </p:sp>
      <p:pic>
        <p:nvPicPr>
          <p:cNvPr id="5" name="Picture 4">
            <a:extLst>
              <a:ext uri="{FF2B5EF4-FFF2-40B4-BE49-F238E27FC236}">
                <a16:creationId xmlns:a16="http://schemas.microsoft.com/office/drawing/2014/main" id="{4D477394-8714-2D12-EE65-F9DE63D56060}"/>
              </a:ext>
            </a:extLst>
          </p:cNvPr>
          <p:cNvPicPr>
            <a:picLocks noChangeAspect="1"/>
          </p:cNvPicPr>
          <p:nvPr/>
        </p:nvPicPr>
        <p:blipFill>
          <a:blip r:embed="rId2"/>
          <a:stretch>
            <a:fillRect/>
          </a:stretch>
        </p:blipFill>
        <p:spPr>
          <a:xfrm>
            <a:off x="974560" y="2033975"/>
            <a:ext cx="9141787" cy="3749605"/>
          </a:xfrm>
          <a:prstGeom prst="rect">
            <a:avLst/>
          </a:prstGeom>
        </p:spPr>
      </p:pic>
    </p:spTree>
    <p:extLst>
      <p:ext uri="{BB962C8B-B14F-4D97-AF65-F5344CB8AC3E}">
        <p14:creationId xmlns:p14="http://schemas.microsoft.com/office/powerpoint/2010/main" val="155860495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5F6AD9-ECE6-EA56-0D95-DD1C80292962}"/>
              </a:ext>
            </a:extLst>
          </p:cNvPr>
          <p:cNvSpPr>
            <a:spLocks noGrp="1"/>
          </p:cNvSpPr>
          <p:nvPr>
            <p:ph type="title"/>
          </p:nvPr>
        </p:nvSpPr>
        <p:spPr/>
        <p:txBody>
          <a:bodyPr/>
          <a:lstStyle/>
          <a:p>
            <a:r>
              <a:rPr lang="en-CA" dirty="0"/>
              <a:t>Synchronous &amp; Asynchronous</a:t>
            </a:r>
          </a:p>
        </p:txBody>
      </p:sp>
      <p:sp>
        <p:nvSpPr>
          <p:cNvPr id="3" name="Content Placeholder 2">
            <a:extLst>
              <a:ext uri="{FF2B5EF4-FFF2-40B4-BE49-F238E27FC236}">
                <a16:creationId xmlns:a16="http://schemas.microsoft.com/office/drawing/2014/main" id="{3DB54176-6D53-8D74-D319-CB25C78268F2}"/>
              </a:ext>
            </a:extLst>
          </p:cNvPr>
          <p:cNvSpPr>
            <a:spLocks noGrp="1"/>
          </p:cNvSpPr>
          <p:nvPr>
            <p:ph idx="1"/>
          </p:nvPr>
        </p:nvSpPr>
        <p:spPr/>
        <p:txBody>
          <a:bodyPr/>
          <a:lstStyle/>
          <a:p>
            <a:pPr marL="0" indent="0">
              <a:buNone/>
            </a:pPr>
            <a:r>
              <a:rPr lang="en-CA" b="1" dirty="0"/>
              <a:t>Synchronous</a:t>
            </a:r>
            <a:r>
              <a:rPr lang="en-CA" dirty="0"/>
              <a:t>: Data is sent relative to a clock which is common to the sender &amp; receiver.</a:t>
            </a:r>
          </a:p>
          <a:p>
            <a:pPr marL="0" indent="0">
              <a:buNone/>
            </a:pPr>
            <a:endParaRPr lang="en-CA" dirty="0"/>
          </a:p>
          <a:p>
            <a:pPr marL="0" indent="0">
              <a:buNone/>
            </a:pPr>
            <a:r>
              <a:rPr lang="en-CA" dirty="0"/>
              <a:t>NOTE: “Common” could mean it’s transmitted from one to the other, or both have a shared clock somewhere.</a:t>
            </a:r>
          </a:p>
          <a:p>
            <a:pPr marL="0" indent="0">
              <a:buNone/>
            </a:pPr>
            <a:endParaRPr lang="en-CA" dirty="0"/>
          </a:p>
          <a:p>
            <a:pPr marL="0" indent="0">
              <a:buNone/>
            </a:pPr>
            <a:r>
              <a:rPr lang="en-CA" b="1" dirty="0"/>
              <a:t>Asynchronous</a:t>
            </a:r>
            <a:r>
              <a:rPr lang="en-CA" dirty="0"/>
              <a:t>: Sender &amp; Receiver maintain their own clock. Some known “timing” information is part of the configuration to define when data is read.</a:t>
            </a:r>
          </a:p>
        </p:txBody>
      </p:sp>
    </p:spTree>
    <p:extLst>
      <p:ext uri="{BB962C8B-B14F-4D97-AF65-F5344CB8AC3E}">
        <p14:creationId xmlns:p14="http://schemas.microsoft.com/office/powerpoint/2010/main" val="77599020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2FD985-97E9-A787-8740-F9672E9DCD4C}"/>
              </a:ext>
            </a:extLst>
          </p:cNvPr>
          <p:cNvSpPr>
            <a:spLocks noGrp="1"/>
          </p:cNvSpPr>
          <p:nvPr>
            <p:ph type="title"/>
          </p:nvPr>
        </p:nvSpPr>
        <p:spPr/>
        <p:txBody>
          <a:bodyPr/>
          <a:lstStyle/>
          <a:p>
            <a:r>
              <a:rPr lang="en-CA" dirty="0"/>
              <a:t>Asynchronous Serial = </a:t>
            </a:r>
            <a:br>
              <a:rPr lang="en-CA" dirty="0"/>
            </a:br>
            <a:r>
              <a:rPr lang="en-CA" dirty="0"/>
              <a:t>USART / UART / Serial / RS-232</a:t>
            </a:r>
          </a:p>
        </p:txBody>
      </p:sp>
      <p:pic>
        <p:nvPicPr>
          <p:cNvPr id="5" name="Content Placeholder 4">
            <a:extLst>
              <a:ext uri="{FF2B5EF4-FFF2-40B4-BE49-F238E27FC236}">
                <a16:creationId xmlns:a16="http://schemas.microsoft.com/office/drawing/2014/main" id="{4F4654B0-2F10-4D56-05CA-770E432B7AFC}"/>
              </a:ext>
            </a:extLst>
          </p:cNvPr>
          <p:cNvPicPr>
            <a:picLocks noGrp="1" noChangeAspect="1"/>
          </p:cNvPicPr>
          <p:nvPr>
            <p:ph idx="1"/>
          </p:nvPr>
        </p:nvPicPr>
        <p:blipFill>
          <a:blip r:embed="rId2"/>
          <a:stretch>
            <a:fillRect/>
          </a:stretch>
        </p:blipFill>
        <p:spPr>
          <a:xfrm>
            <a:off x="1088290" y="1690688"/>
            <a:ext cx="9459645" cy="4296375"/>
          </a:xfrm>
        </p:spPr>
      </p:pic>
    </p:spTree>
    <p:extLst>
      <p:ext uri="{BB962C8B-B14F-4D97-AF65-F5344CB8AC3E}">
        <p14:creationId xmlns:p14="http://schemas.microsoft.com/office/powerpoint/2010/main" val="117279399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71D609-36A9-4359-39FE-AC91A437EA01}"/>
              </a:ext>
            </a:extLst>
          </p:cNvPr>
          <p:cNvSpPr>
            <a:spLocks noGrp="1"/>
          </p:cNvSpPr>
          <p:nvPr>
            <p:ph type="title"/>
          </p:nvPr>
        </p:nvSpPr>
        <p:spPr/>
        <p:txBody>
          <a:bodyPr/>
          <a:lstStyle/>
          <a:p>
            <a:r>
              <a:rPr lang="en-CA" dirty="0"/>
              <a:t>Naming?</a:t>
            </a:r>
          </a:p>
        </p:txBody>
      </p:sp>
      <p:sp>
        <p:nvSpPr>
          <p:cNvPr id="3" name="Content Placeholder 2">
            <a:extLst>
              <a:ext uri="{FF2B5EF4-FFF2-40B4-BE49-F238E27FC236}">
                <a16:creationId xmlns:a16="http://schemas.microsoft.com/office/drawing/2014/main" id="{EFEEC8C0-204E-3B6B-23F1-5096AF78E768}"/>
              </a:ext>
            </a:extLst>
          </p:cNvPr>
          <p:cNvSpPr>
            <a:spLocks noGrp="1"/>
          </p:cNvSpPr>
          <p:nvPr>
            <p:ph idx="1"/>
          </p:nvPr>
        </p:nvSpPr>
        <p:spPr>
          <a:xfrm>
            <a:off x="928991" y="1695923"/>
            <a:ext cx="10515600" cy="4351338"/>
          </a:xfrm>
        </p:spPr>
        <p:txBody>
          <a:bodyPr/>
          <a:lstStyle/>
          <a:p>
            <a:r>
              <a:rPr lang="en-CA" dirty="0"/>
              <a:t>Classically serial was used for terminal interfaces to computers, along with modems. This would normally be RS-232</a:t>
            </a:r>
          </a:p>
          <a:p>
            <a:pPr marL="0" indent="0">
              <a:buNone/>
            </a:pPr>
            <a:endParaRPr lang="en-CA" dirty="0"/>
          </a:p>
          <a:p>
            <a:pPr marL="0" indent="0">
              <a:buNone/>
            </a:pPr>
            <a:endParaRPr lang="en-CA" dirty="0"/>
          </a:p>
        </p:txBody>
      </p:sp>
      <p:pic>
        <p:nvPicPr>
          <p:cNvPr id="1026" name="Picture 2" descr="Can someone enlighten me as to how to work one of these? USR Sportster  14,400bps modem : r/vintagecomputing">
            <a:extLst>
              <a:ext uri="{FF2B5EF4-FFF2-40B4-BE49-F238E27FC236}">
                <a16:creationId xmlns:a16="http://schemas.microsoft.com/office/drawing/2014/main" id="{36E92120-A929-DCE7-1E4C-8ADC3A5B931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451211" y="2867816"/>
            <a:ext cx="6096000" cy="34385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21736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427CB2-F22E-F48D-63A0-5DCE6E6C02A6}"/>
              </a:ext>
            </a:extLst>
          </p:cNvPr>
          <p:cNvSpPr>
            <a:spLocks noGrp="1"/>
          </p:cNvSpPr>
          <p:nvPr>
            <p:ph type="title"/>
          </p:nvPr>
        </p:nvSpPr>
        <p:spPr/>
        <p:txBody>
          <a:bodyPr/>
          <a:lstStyle/>
          <a:p>
            <a:r>
              <a:rPr lang="en-CA" dirty="0"/>
              <a:t>RS-232</a:t>
            </a:r>
          </a:p>
        </p:txBody>
      </p:sp>
      <p:sp>
        <p:nvSpPr>
          <p:cNvPr id="4" name="TextBox 3">
            <a:extLst>
              <a:ext uri="{FF2B5EF4-FFF2-40B4-BE49-F238E27FC236}">
                <a16:creationId xmlns:a16="http://schemas.microsoft.com/office/drawing/2014/main" id="{B38E67FB-7D26-117D-294E-AF110A27FE9A}"/>
              </a:ext>
            </a:extLst>
          </p:cNvPr>
          <p:cNvSpPr txBox="1"/>
          <p:nvPr/>
        </p:nvSpPr>
        <p:spPr>
          <a:xfrm>
            <a:off x="1738009" y="5641723"/>
            <a:ext cx="6809361" cy="369332"/>
          </a:xfrm>
          <a:prstGeom prst="rect">
            <a:avLst/>
          </a:prstGeom>
          <a:noFill/>
        </p:spPr>
        <p:txBody>
          <a:bodyPr wrap="square" rtlCol="0">
            <a:spAutoFit/>
          </a:bodyPr>
          <a:lstStyle/>
          <a:p>
            <a:r>
              <a:rPr lang="en-CA" dirty="0"/>
              <a:t>Source: </a:t>
            </a:r>
            <a:r>
              <a:rPr lang="en-CA" dirty="0">
                <a:hlinkClick r:id="rId2"/>
              </a:rPr>
              <a:t>https://www.anticyclone-systems.co.uk/rs232.php</a:t>
            </a:r>
            <a:r>
              <a:rPr lang="en-CA" dirty="0"/>
              <a:t> </a:t>
            </a:r>
          </a:p>
        </p:txBody>
      </p:sp>
      <p:pic>
        <p:nvPicPr>
          <p:cNvPr id="2050" name="Picture 2" descr="Typical RS232 signal level waveform">
            <a:extLst>
              <a:ext uri="{FF2B5EF4-FFF2-40B4-BE49-F238E27FC236}">
                <a16:creationId xmlns:a16="http://schemas.microsoft.com/office/drawing/2014/main" id="{5FD7655C-9461-7EAD-7FA2-2B1395203D9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38009" y="2240949"/>
            <a:ext cx="8351366" cy="2574891"/>
          </a:xfrm>
          <a:prstGeom prst="rect">
            <a:avLst/>
          </a:prstGeom>
          <a:noFill/>
          <a:extLst>
            <a:ext uri="{909E8E84-426E-40DD-AFC4-6F175D3DCCD1}">
              <a14:hiddenFill xmlns:a14="http://schemas.microsoft.com/office/drawing/2010/main">
                <a:solidFill>
                  <a:srgbClr val="FFFFFF"/>
                </a:solidFill>
              </a14:hiddenFill>
            </a:ext>
          </a:extLst>
        </p:spPr>
      </p:pic>
      <p:cxnSp>
        <p:nvCxnSpPr>
          <p:cNvPr id="6" name="Straight Arrow Connector 5">
            <a:extLst>
              <a:ext uri="{FF2B5EF4-FFF2-40B4-BE49-F238E27FC236}">
                <a16:creationId xmlns:a16="http://schemas.microsoft.com/office/drawing/2014/main" id="{76B6DD41-A2BB-0F75-39BA-73D4F5BF8F3B}"/>
              </a:ext>
            </a:extLst>
          </p:cNvPr>
          <p:cNvCxnSpPr/>
          <p:nvPr/>
        </p:nvCxnSpPr>
        <p:spPr>
          <a:xfrm flipV="1">
            <a:off x="1531620" y="4427220"/>
            <a:ext cx="647700" cy="48768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7" name="TextBox 6">
            <a:extLst>
              <a:ext uri="{FF2B5EF4-FFF2-40B4-BE49-F238E27FC236}">
                <a16:creationId xmlns:a16="http://schemas.microsoft.com/office/drawing/2014/main" id="{4D9FFDE9-680B-7456-7652-349003E98AEF}"/>
              </a:ext>
            </a:extLst>
          </p:cNvPr>
          <p:cNvSpPr txBox="1"/>
          <p:nvPr/>
        </p:nvSpPr>
        <p:spPr>
          <a:xfrm>
            <a:off x="781456" y="1923503"/>
            <a:ext cx="1913106" cy="369332"/>
          </a:xfrm>
          <a:prstGeom prst="rect">
            <a:avLst/>
          </a:prstGeom>
          <a:noFill/>
        </p:spPr>
        <p:txBody>
          <a:bodyPr wrap="square" rtlCol="0">
            <a:spAutoFit/>
          </a:bodyPr>
          <a:lstStyle/>
          <a:p>
            <a:r>
              <a:rPr lang="en-CA" dirty="0"/>
              <a:t>“Space” (0)</a:t>
            </a:r>
          </a:p>
        </p:txBody>
      </p:sp>
      <p:sp>
        <p:nvSpPr>
          <p:cNvPr id="8" name="TextBox 7">
            <a:extLst>
              <a:ext uri="{FF2B5EF4-FFF2-40B4-BE49-F238E27FC236}">
                <a16:creationId xmlns:a16="http://schemas.microsoft.com/office/drawing/2014/main" id="{098F6B15-6C62-6D8E-F641-C311345F7387}"/>
              </a:ext>
            </a:extLst>
          </p:cNvPr>
          <p:cNvSpPr txBox="1"/>
          <p:nvPr/>
        </p:nvSpPr>
        <p:spPr>
          <a:xfrm>
            <a:off x="872247" y="5048655"/>
            <a:ext cx="1913106" cy="369332"/>
          </a:xfrm>
          <a:prstGeom prst="rect">
            <a:avLst/>
          </a:prstGeom>
          <a:noFill/>
        </p:spPr>
        <p:txBody>
          <a:bodyPr wrap="square" rtlCol="0">
            <a:spAutoFit/>
          </a:bodyPr>
          <a:lstStyle/>
          <a:p>
            <a:r>
              <a:rPr lang="en-CA" dirty="0"/>
              <a:t>“Mark” (1)</a:t>
            </a:r>
          </a:p>
        </p:txBody>
      </p:sp>
      <p:cxnSp>
        <p:nvCxnSpPr>
          <p:cNvPr id="9" name="Straight Arrow Connector 8">
            <a:extLst>
              <a:ext uri="{FF2B5EF4-FFF2-40B4-BE49-F238E27FC236}">
                <a16:creationId xmlns:a16="http://schemas.microsoft.com/office/drawing/2014/main" id="{CB1A2F13-3EA2-DCAC-0AAC-E01C49EEBCC9}"/>
              </a:ext>
            </a:extLst>
          </p:cNvPr>
          <p:cNvCxnSpPr>
            <a:cxnSpLocks/>
          </p:cNvCxnSpPr>
          <p:nvPr/>
        </p:nvCxnSpPr>
        <p:spPr>
          <a:xfrm>
            <a:off x="2010383" y="2240949"/>
            <a:ext cx="1125490" cy="515221"/>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66526166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E7819A-80A7-5F02-6413-526299F2D32B}"/>
              </a:ext>
            </a:extLst>
          </p:cNvPr>
          <p:cNvSpPr>
            <a:spLocks noGrp="1"/>
          </p:cNvSpPr>
          <p:nvPr>
            <p:ph type="title"/>
          </p:nvPr>
        </p:nvSpPr>
        <p:spPr/>
        <p:txBody>
          <a:bodyPr/>
          <a:lstStyle/>
          <a:p>
            <a:r>
              <a:rPr lang="en-CA" dirty="0"/>
              <a:t>RS-232 vs “TTL” Serial</a:t>
            </a:r>
          </a:p>
        </p:txBody>
      </p:sp>
      <p:pic>
        <p:nvPicPr>
          <p:cNvPr id="3074" name="Picture 2" descr="Example oscilloscope trace of RS232 signal level waveforms">
            <a:extLst>
              <a:ext uri="{FF2B5EF4-FFF2-40B4-BE49-F238E27FC236}">
                <a16:creationId xmlns:a16="http://schemas.microsoft.com/office/drawing/2014/main" id="{E4FEA686-3CC5-9391-1F78-61050CDEC90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76450" y="1422462"/>
            <a:ext cx="7174230" cy="4940873"/>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8EE5A8F3-626A-55AD-E546-1607660BFEA1}"/>
              </a:ext>
            </a:extLst>
          </p:cNvPr>
          <p:cNvSpPr txBox="1"/>
          <p:nvPr/>
        </p:nvSpPr>
        <p:spPr>
          <a:xfrm>
            <a:off x="2370469" y="6308209"/>
            <a:ext cx="6809361" cy="369332"/>
          </a:xfrm>
          <a:prstGeom prst="rect">
            <a:avLst/>
          </a:prstGeom>
          <a:noFill/>
        </p:spPr>
        <p:txBody>
          <a:bodyPr wrap="square" rtlCol="0">
            <a:spAutoFit/>
          </a:bodyPr>
          <a:lstStyle/>
          <a:p>
            <a:r>
              <a:rPr lang="en-CA" dirty="0"/>
              <a:t>Source: </a:t>
            </a:r>
            <a:r>
              <a:rPr lang="en-CA" dirty="0">
                <a:hlinkClick r:id="rId3"/>
              </a:rPr>
              <a:t>https://www.anticyclone-systems.co.uk/rs232.php</a:t>
            </a:r>
            <a:r>
              <a:rPr lang="en-CA" dirty="0"/>
              <a:t> </a:t>
            </a:r>
          </a:p>
        </p:txBody>
      </p:sp>
    </p:spTree>
    <p:extLst>
      <p:ext uri="{BB962C8B-B14F-4D97-AF65-F5344CB8AC3E}">
        <p14:creationId xmlns:p14="http://schemas.microsoft.com/office/powerpoint/2010/main" val="169378745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469F2E-3E0C-EB7A-24D4-087306CEDF50}"/>
              </a:ext>
            </a:extLst>
          </p:cNvPr>
          <p:cNvSpPr>
            <a:spLocks noGrp="1"/>
          </p:cNvSpPr>
          <p:nvPr>
            <p:ph type="title"/>
          </p:nvPr>
        </p:nvSpPr>
        <p:spPr/>
        <p:txBody>
          <a:bodyPr/>
          <a:lstStyle/>
          <a:p>
            <a:r>
              <a:rPr lang="en-CA" dirty="0"/>
              <a:t>Serial Data Lines</a:t>
            </a:r>
          </a:p>
        </p:txBody>
      </p:sp>
      <p:pic>
        <p:nvPicPr>
          <p:cNvPr id="5" name="Picture 4">
            <a:extLst>
              <a:ext uri="{FF2B5EF4-FFF2-40B4-BE49-F238E27FC236}">
                <a16:creationId xmlns:a16="http://schemas.microsoft.com/office/drawing/2014/main" id="{9E1A0EC0-3653-2D18-B07D-7C155D336A0F}"/>
              </a:ext>
            </a:extLst>
          </p:cNvPr>
          <p:cNvPicPr>
            <a:picLocks noChangeAspect="1"/>
          </p:cNvPicPr>
          <p:nvPr/>
        </p:nvPicPr>
        <p:blipFill>
          <a:blip r:embed="rId2"/>
          <a:stretch>
            <a:fillRect/>
          </a:stretch>
        </p:blipFill>
        <p:spPr>
          <a:xfrm>
            <a:off x="2273122" y="1309344"/>
            <a:ext cx="7097115" cy="4925112"/>
          </a:xfrm>
          <a:prstGeom prst="rect">
            <a:avLst/>
          </a:prstGeom>
        </p:spPr>
      </p:pic>
    </p:spTree>
    <p:extLst>
      <p:ext uri="{BB962C8B-B14F-4D97-AF65-F5344CB8AC3E}">
        <p14:creationId xmlns:p14="http://schemas.microsoft.com/office/powerpoint/2010/main" val="150044237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9D2DB9-1582-BC91-8C28-E557DE44C9FF}"/>
              </a:ext>
            </a:extLst>
          </p:cNvPr>
          <p:cNvSpPr>
            <a:spLocks noGrp="1"/>
          </p:cNvSpPr>
          <p:nvPr>
            <p:ph type="title"/>
          </p:nvPr>
        </p:nvSpPr>
        <p:spPr/>
        <p:txBody>
          <a:bodyPr/>
          <a:lstStyle/>
          <a:p>
            <a:r>
              <a:rPr lang="en-CA" dirty="0"/>
              <a:t>Serial Parameters</a:t>
            </a:r>
          </a:p>
        </p:txBody>
      </p:sp>
      <p:sp>
        <p:nvSpPr>
          <p:cNvPr id="3" name="Content Placeholder 2">
            <a:extLst>
              <a:ext uri="{FF2B5EF4-FFF2-40B4-BE49-F238E27FC236}">
                <a16:creationId xmlns:a16="http://schemas.microsoft.com/office/drawing/2014/main" id="{C724C43A-D535-76EB-A266-73C99ACE2668}"/>
              </a:ext>
            </a:extLst>
          </p:cNvPr>
          <p:cNvSpPr>
            <a:spLocks noGrp="1"/>
          </p:cNvSpPr>
          <p:nvPr>
            <p:ph idx="1"/>
          </p:nvPr>
        </p:nvSpPr>
        <p:spPr/>
        <p:txBody>
          <a:bodyPr/>
          <a:lstStyle/>
          <a:p>
            <a:pPr marL="0" indent="0">
              <a:buNone/>
            </a:pPr>
            <a:r>
              <a:rPr lang="en-CA" dirty="0"/>
              <a:t>Commonly Defined:</a:t>
            </a:r>
          </a:p>
          <a:p>
            <a:r>
              <a:rPr lang="en-CA" dirty="0"/>
              <a:t>Baud Rate</a:t>
            </a:r>
          </a:p>
          <a:p>
            <a:r>
              <a:rPr lang="en-CA" dirty="0"/>
              <a:t>Parity</a:t>
            </a:r>
          </a:p>
          <a:p>
            <a:r>
              <a:rPr lang="en-CA" dirty="0"/>
              <a:t>Stop Bits</a:t>
            </a:r>
          </a:p>
          <a:p>
            <a:endParaRPr lang="en-CA" dirty="0"/>
          </a:p>
          <a:p>
            <a:pPr marL="0" indent="0">
              <a:buNone/>
            </a:pPr>
            <a:r>
              <a:rPr lang="en-CA" dirty="0"/>
              <a:t>Less Commonly Changed:</a:t>
            </a:r>
          </a:p>
          <a:p>
            <a:r>
              <a:rPr lang="en-CA" dirty="0"/>
              <a:t>Bits per character (normally 8, 7/8/9 possible)</a:t>
            </a:r>
          </a:p>
          <a:p>
            <a:r>
              <a:rPr lang="en-CA" dirty="0"/>
              <a:t>Start bits (normally 1)</a:t>
            </a:r>
          </a:p>
        </p:txBody>
      </p:sp>
    </p:spTree>
    <p:extLst>
      <p:ext uri="{BB962C8B-B14F-4D97-AF65-F5344CB8AC3E}">
        <p14:creationId xmlns:p14="http://schemas.microsoft.com/office/powerpoint/2010/main" val="209972260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4">
            <a:extLst>
              <a:ext uri="{FF2B5EF4-FFF2-40B4-BE49-F238E27FC236}">
                <a16:creationId xmlns:a16="http://schemas.microsoft.com/office/drawing/2014/main" id="{85088C9C-4778-0173-C917-AFD78B1FE39E}"/>
              </a:ext>
            </a:extLst>
          </p:cNvPr>
          <p:cNvPicPr>
            <a:picLocks noGrp="1" noChangeAspect="1"/>
          </p:cNvPicPr>
          <p:nvPr>
            <p:ph idx="1"/>
          </p:nvPr>
        </p:nvPicPr>
        <p:blipFill>
          <a:blip r:embed="rId2"/>
          <a:stretch>
            <a:fillRect/>
          </a:stretch>
        </p:blipFill>
        <p:spPr>
          <a:xfrm>
            <a:off x="1690919" y="548499"/>
            <a:ext cx="9459645" cy="4296375"/>
          </a:xfrm>
        </p:spPr>
      </p:pic>
    </p:spTree>
    <p:extLst>
      <p:ext uri="{BB962C8B-B14F-4D97-AF65-F5344CB8AC3E}">
        <p14:creationId xmlns:p14="http://schemas.microsoft.com/office/powerpoint/2010/main" val="106389243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4315F1-BB31-E95D-5772-EF0E2AB298B8}"/>
              </a:ext>
            </a:extLst>
          </p:cNvPr>
          <p:cNvSpPr>
            <a:spLocks noGrp="1"/>
          </p:cNvSpPr>
          <p:nvPr>
            <p:ph type="title"/>
          </p:nvPr>
        </p:nvSpPr>
        <p:spPr/>
        <p:txBody>
          <a:bodyPr/>
          <a:lstStyle/>
          <a:p>
            <a:r>
              <a:rPr lang="en-CA" dirty="0"/>
              <a:t>Baud Rate Notes</a:t>
            </a:r>
          </a:p>
        </p:txBody>
      </p:sp>
      <p:sp>
        <p:nvSpPr>
          <p:cNvPr id="3" name="Content Placeholder 2">
            <a:extLst>
              <a:ext uri="{FF2B5EF4-FFF2-40B4-BE49-F238E27FC236}">
                <a16:creationId xmlns:a16="http://schemas.microsoft.com/office/drawing/2014/main" id="{40B4CD23-AAF1-02B8-1DC1-35C631F682D1}"/>
              </a:ext>
            </a:extLst>
          </p:cNvPr>
          <p:cNvSpPr>
            <a:spLocks noGrp="1"/>
          </p:cNvSpPr>
          <p:nvPr>
            <p:ph idx="1"/>
          </p:nvPr>
        </p:nvSpPr>
        <p:spPr/>
        <p:txBody>
          <a:bodyPr/>
          <a:lstStyle/>
          <a:p>
            <a:r>
              <a:rPr lang="en-CA" dirty="0"/>
              <a:t>Technically </a:t>
            </a:r>
            <a:r>
              <a:rPr lang="en-CA" i="1" dirty="0"/>
              <a:t>any</a:t>
            </a:r>
            <a:r>
              <a:rPr lang="en-CA" dirty="0"/>
              <a:t> baud rate is possible &amp; valid</a:t>
            </a:r>
          </a:p>
          <a:p>
            <a:r>
              <a:rPr lang="en-CA" dirty="0"/>
              <a:t>9600, 14400, 38400, 57600, 115200, 230400 bps are the </a:t>
            </a:r>
            <a:r>
              <a:rPr lang="en-CA" i="1" dirty="0"/>
              <a:t>most likely</a:t>
            </a:r>
            <a:endParaRPr lang="en-CA" dirty="0"/>
          </a:p>
          <a:p>
            <a:r>
              <a:rPr lang="en-CA" dirty="0"/>
              <a:t>Of those, 9600, 57600, and 115200 are the most common (no proof)</a:t>
            </a:r>
          </a:p>
          <a:p>
            <a:pPr lvl="1"/>
            <a:r>
              <a:rPr lang="en-CA" dirty="0"/>
              <a:t>9600 is very slow &amp; typically used by much older devices</a:t>
            </a:r>
          </a:p>
          <a:p>
            <a:pPr lvl="1"/>
            <a:r>
              <a:rPr lang="en-CA" dirty="0"/>
              <a:t>115200 is a standard console terminal baud rate</a:t>
            </a:r>
          </a:p>
          <a:p>
            <a:r>
              <a:rPr lang="en-CA" i="1" dirty="0"/>
              <a:t>NOTE: You do occasionally see very fast serial baud rates, 1-2 Mbps for example</a:t>
            </a:r>
          </a:p>
          <a:p>
            <a:endParaRPr lang="en-CA" dirty="0"/>
          </a:p>
        </p:txBody>
      </p:sp>
    </p:spTree>
    <p:extLst>
      <p:ext uri="{BB962C8B-B14F-4D97-AF65-F5344CB8AC3E}">
        <p14:creationId xmlns:p14="http://schemas.microsoft.com/office/powerpoint/2010/main" val="123378492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65743E-5D6B-86B0-46D4-75FA435BEB17}"/>
              </a:ext>
            </a:extLst>
          </p:cNvPr>
          <p:cNvSpPr>
            <a:spLocks noGrp="1"/>
          </p:cNvSpPr>
          <p:nvPr>
            <p:ph type="title"/>
          </p:nvPr>
        </p:nvSpPr>
        <p:spPr/>
        <p:txBody>
          <a:bodyPr/>
          <a:lstStyle/>
          <a:p>
            <a:r>
              <a:rPr lang="en-CA" dirty="0"/>
              <a:t>SPI – Serial Peripheral Interface</a:t>
            </a:r>
          </a:p>
        </p:txBody>
      </p:sp>
      <p:sp>
        <p:nvSpPr>
          <p:cNvPr id="3" name="Content Placeholder 2">
            <a:extLst>
              <a:ext uri="{FF2B5EF4-FFF2-40B4-BE49-F238E27FC236}">
                <a16:creationId xmlns:a16="http://schemas.microsoft.com/office/drawing/2014/main" id="{D71E3F40-DA03-1BDC-3B7B-7392EB714791}"/>
              </a:ext>
            </a:extLst>
          </p:cNvPr>
          <p:cNvSpPr>
            <a:spLocks noGrp="1"/>
          </p:cNvSpPr>
          <p:nvPr>
            <p:ph idx="1"/>
          </p:nvPr>
        </p:nvSpPr>
        <p:spPr/>
        <p:txBody>
          <a:bodyPr/>
          <a:lstStyle/>
          <a:p>
            <a:r>
              <a:rPr lang="en-CA" dirty="0"/>
              <a:t>Synchronous Protocol, 4 wires:</a:t>
            </a:r>
          </a:p>
          <a:p>
            <a:pPr lvl="1"/>
            <a:r>
              <a:rPr lang="en-CA" dirty="0"/>
              <a:t>Data Out</a:t>
            </a:r>
          </a:p>
          <a:p>
            <a:pPr lvl="1"/>
            <a:r>
              <a:rPr lang="en-CA" dirty="0"/>
              <a:t>Data In</a:t>
            </a:r>
          </a:p>
          <a:p>
            <a:pPr lvl="1"/>
            <a:r>
              <a:rPr lang="en-CA" dirty="0"/>
              <a:t>Clock</a:t>
            </a:r>
          </a:p>
          <a:p>
            <a:pPr lvl="1"/>
            <a:r>
              <a:rPr lang="en-CA" dirty="0"/>
              <a:t>Chip Select</a:t>
            </a:r>
          </a:p>
          <a:p>
            <a:pPr lvl="2"/>
            <a:r>
              <a:rPr lang="en-CA" dirty="0"/>
              <a:t>(+ Ground of course)</a:t>
            </a:r>
          </a:p>
        </p:txBody>
      </p:sp>
    </p:spTree>
    <p:extLst>
      <p:ext uri="{BB962C8B-B14F-4D97-AF65-F5344CB8AC3E}">
        <p14:creationId xmlns:p14="http://schemas.microsoft.com/office/powerpoint/2010/main" val="357058143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90FE64-D128-57CC-FB99-1FA5E6463F96}"/>
              </a:ext>
            </a:extLst>
          </p:cNvPr>
          <p:cNvSpPr>
            <a:spLocks noGrp="1"/>
          </p:cNvSpPr>
          <p:nvPr>
            <p:ph type="title"/>
          </p:nvPr>
        </p:nvSpPr>
        <p:spPr/>
        <p:txBody>
          <a:bodyPr/>
          <a:lstStyle/>
          <a:p>
            <a:r>
              <a:rPr lang="en-CA" dirty="0"/>
              <a:t>Data Line Names</a:t>
            </a:r>
          </a:p>
        </p:txBody>
      </p:sp>
      <p:sp>
        <p:nvSpPr>
          <p:cNvPr id="4" name="Rectangle 3">
            <a:extLst>
              <a:ext uri="{FF2B5EF4-FFF2-40B4-BE49-F238E27FC236}">
                <a16:creationId xmlns:a16="http://schemas.microsoft.com/office/drawing/2014/main" id="{A76C63BB-4739-5BFE-FF3B-0A893D11D030}"/>
              </a:ext>
            </a:extLst>
          </p:cNvPr>
          <p:cNvSpPr/>
          <p:nvPr/>
        </p:nvSpPr>
        <p:spPr>
          <a:xfrm>
            <a:off x="1595336" y="2238003"/>
            <a:ext cx="2600528" cy="1848256"/>
          </a:xfrm>
          <a:prstGeom prst="rect">
            <a:avLst/>
          </a:prstGeom>
          <a:solidFill>
            <a:schemeClr val="accent4">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CA" dirty="0">
                <a:solidFill>
                  <a:schemeClr val="tx1"/>
                </a:solidFill>
              </a:rPr>
              <a:t>Controller</a:t>
            </a:r>
          </a:p>
        </p:txBody>
      </p:sp>
      <p:sp>
        <p:nvSpPr>
          <p:cNvPr id="5" name="Rectangle 4">
            <a:extLst>
              <a:ext uri="{FF2B5EF4-FFF2-40B4-BE49-F238E27FC236}">
                <a16:creationId xmlns:a16="http://schemas.microsoft.com/office/drawing/2014/main" id="{4F8F831B-AC43-8DF4-C96E-2FBB35B7EC78}"/>
              </a:ext>
            </a:extLst>
          </p:cNvPr>
          <p:cNvSpPr/>
          <p:nvPr/>
        </p:nvSpPr>
        <p:spPr>
          <a:xfrm>
            <a:off x="7707550" y="2238003"/>
            <a:ext cx="2600528" cy="1848256"/>
          </a:xfrm>
          <a:prstGeom prst="rect">
            <a:avLst/>
          </a:prstGeom>
          <a:solidFill>
            <a:schemeClr val="accent4">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CA" dirty="0">
                <a:solidFill>
                  <a:schemeClr val="tx1"/>
                </a:solidFill>
              </a:rPr>
              <a:t>Peripheral</a:t>
            </a:r>
          </a:p>
        </p:txBody>
      </p:sp>
      <p:sp>
        <p:nvSpPr>
          <p:cNvPr id="6" name="TextBox 5">
            <a:extLst>
              <a:ext uri="{FF2B5EF4-FFF2-40B4-BE49-F238E27FC236}">
                <a16:creationId xmlns:a16="http://schemas.microsoft.com/office/drawing/2014/main" id="{5BE60679-D5FA-9800-2F7C-1C79030A596A}"/>
              </a:ext>
            </a:extLst>
          </p:cNvPr>
          <p:cNvSpPr txBox="1"/>
          <p:nvPr/>
        </p:nvSpPr>
        <p:spPr>
          <a:xfrm>
            <a:off x="3132305" y="2354094"/>
            <a:ext cx="1212715" cy="369332"/>
          </a:xfrm>
          <a:prstGeom prst="rect">
            <a:avLst/>
          </a:prstGeom>
          <a:noFill/>
        </p:spPr>
        <p:txBody>
          <a:bodyPr wrap="square" rtlCol="0">
            <a:spAutoFit/>
          </a:bodyPr>
          <a:lstStyle/>
          <a:p>
            <a:r>
              <a:rPr lang="en-CA" b="1" dirty="0"/>
              <a:t>Data Out</a:t>
            </a:r>
          </a:p>
        </p:txBody>
      </p:sp>
      <p:cxnSp>
        <p:nvCxnSpPr>
          <p:cNvPr id="8" name="Straight Arrow Connector 7">
            <a:extLst>
              <a:ext uri="{FF2B5EF4-FFF2-40B4-BE49-F238E27FC236}">
                <a16:creationId xmlns:a16="http://schemas.microsoft.com/office/drawing/2014/main" id="{D3E73FE0-F9AE-CFAC-CB4A-CE02B5048C46}"/>
              </a:ext>
            </a:extLst>
          </p:cNvPr>
          <p:cNvCxnSpPr>
            <a:cxnSpLocks/>
            <a:endCxn id="9" idx="1"/>
          </p:cNvCxnSpPr>
          <p:nvPr/>
        </p:nvCxnSpPr>
        <p:spPr>
          <a:xfrm>
            <a:off x="4195864" y="2538760"/>
            <a:ext cx="3511686"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9" name="TextBox 8">
            <a:extLst>
              <a:ext uri="{FF2B5EF4-FFF2-40B4-BE49-F238E27FC236}">
                <a16:creationId xmlns:a16="http://schemas.microsoft.com/office/drawing/2014/main" id="{D0E9B471-7F06-12B8-0CD3-86416348CF4F}"/>
              </a:ext>
            </a:extLst>
          </p:cNvPr>
          <p:cNvSpPr txBox="1"/>
          <p:nvPr/>
        </p:nvSpPr>
        <p:spPr>
          <a:xfrm>
            <a:off x="7707550" y="2354094"/>
            <a:ext cx="1212715" cy="369332"/>
          </a:xfrm>
          <a:prstGeom prst="rect">
            <a:avLst/>
          </a:prstGeom>
          <a:noFill/>
        </p:spPr>
        <p:txBody>
          <a:bodyPr wrap="square" rtlCol="0">
            <a:spAutoFit/>
          </a:bodyPr>
          <a:lstStyle/>
          <a:p>
            <a:r>
              <a:rPr lang="en-CA" b="1" dirty="0"/>
              <a:t>Data In</a:t>
            </a:r>
          </a:p>
        </p:txBody>
      </p:sp>
      <p:sp>
        <p:nvSpPr>
          <p:cNvPr id="10" name="TextBox 9">
            <a:extLst>
              <a:ext uri="{FF2B5EF4-FFF2-40B4-BE49-F238E27FC236}">
                <a16:creationId xmlns:a16="http://schemas.microsoft.com/office/drawing/2014/main" id="{C512E08B-3AD1-6A37-D80E-24DFB4991E8A}"/>
              </a:ext>
            </a:extLst>
          </p:cNvPr>
          <p:cNvSpPr txBox="1"/>
          <p:nvPr/>
        </p:nvSpPr>
        <p:spPr>
          <a:xfrm>
            <a:off x="2503254" y="3301545"/>
            <a:ext cx="1692610" cy="646331"/>
          </a:xfrm>
          <a:prstGeom prst="rect">
            <a:avLst/>
          </a:prstGeom>
          <a:noFill/>
        </p:spPr>
        <p:txBody>
          <a:bodyPr wrap="square" rtlCol="0">
            <a:spAutoFit/>
          </a:bodyPr>
          <a:lstStyle/>
          <a:p>
            <a:pPr algn="r"/>
            <a:r>
              <a:rPr lang="en-CA" b="1" dirty="0"/>
              <a:t>Clock</a:t>
            </a:r>
          </a:p>
          <a:p>
            <a:pPr algn="r"/>
            <a:r>
              <a:rPr lang="en-CA" b="1" dirty="0"/>
              <a:t>Chip Select</a:t>
            </a:r>
          </a:p>
        </p:txBody>
      </p:sp>
      <p:cxnSp>
        <p:nvCxnSpPr>
          <p:cNvPr id="11" name="Straight Arrow Connector 10">
            <a:extLst>
              <a:ext uri="{FF2B5EF4-FFF2-40B4-BE49-F238E27FC236}">
                <a16:creationId xmlns:a16="http://schemas.microsoft.com/office/drawing/2014/main" id="{055AC751-3359-05B2-3E15-62681F107DBB}"/>
              </a:ext>
            </a:extLst>
          </p:cNvPr>
          <p:cNvCxnSpPr>
            <a:cxnSpLocks/>
          </p:cNvCxnSpPr>
          <p:nvPr/>
        </p:nvCxnSpPr>
        <p:spPr>
          <a:xfrm>
            <a:off x="4195864" y="3482343"/>
            <a:ext cx="3511685"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2" name="Straight Arrow Connector 11">
            <a:extLst>
              <a:ext uri="{FF2B5EF4-FFF2-40B4-BE49-F238E27FC236}">
                <a16:creationId xmlns:a16="http://schemas.microsoft.com/office/drawing/2014/main" id="{2AC38984-86B0-EC13-8608-008AA3665780}"/>
              </a:ext>
            </a:extLst>
          </p:cNvPr>
          <p:cNvCxnSpPr>
            <a:cxnSpLocks/>
          </p:cNvCxnSpPr>
          <p:nvPr/>
        </p:nvCxnSpPr>
        <p:spPr>
          <a:xfrm>
            <a:off x="4195864" y="3770930"/>
            <a:ext cx="3511685"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3" name="TextBox 12">
            <a:extLst>
              <a:ext uri="{FF2B5EF4-FFF2-40B4-BE49-F238E27FC236}">
                <a16:creationId xmlns:a16="http://schemas.microsoft.com/office/drawing/2014/main" id="{CDE1BF61-01BA-1B48-0AA3-A6E69F566270}"/>
              </a:ext>
            </a:extLst>
          </p:cNvPr>
          <p:cNvSpPr txBox="1"/>
          <p:nvPr/>
        </p:nvSpPr>
        <p:spPr>
          <a:xfrm>
            <a:off x="7707550" y="3301545"/>
            <a:ext cx="1692610" cy="646331"/>
          </a:xfrm>
          <a:prstGeom prst="rect">
            <a:avLst/>
          </a:prstGeom>
          <a:noFill/>
        </p:spPr>
        <p:txBody>
          <a:bodyPr wrap="square" rtlCol="0">
            <a:spAutoFit/>
          </a:bodyPr>
          <a:lstStyle/>
          <a:p>
            <a:r>
              <a:rPr lang="en-CA" b="1" dirty="0"/>
              <a:t>Clock</a:t>
            </a:r>
          </a:p>
          <a:p>
            <a:r>
              <a:rPr lang="en-CA" b="1" dirty="0"/>
              <a:t>Chip Select</a:t>
            </a:r>
          </a:p>
        </p:txBody>
      </p:sp>
      <p:sp>
        <p:nvSpPr>
          <p:cNvPr id="14" name="TextBox 13">
            <a:extLst>
              <a:ext uri="{FF2B5EF4-FFF2-40B4-BE49-F238E27FC236}">
                <a16:creationId xmlns:a16="http://schemas.microsoft.com/office/drawing/2014/main" id="{E3C20232-DDC3-1C5D-3646-EAEF2699E875}"/>
              </a:ext>
            </a:extLst>
          </p:cNvPr>
          <p:cNvSpPr txBox="1"/>
          <p:nvPr/>
        </p:nvSpPr>
        <p:spPr>
          <a:xfrm>
            <a:off x="7707549" y="2719559"/>
            <a:ext cx="1212715" cy="369332"/>
          </a:xfrm>
          <a:prstGeom prst="rect">
            <a:avLst/>
          </a:prstGeom>
          <a:noFill/>
        </p:spPr>
        <p:txBody>
          <a:bodyPr wrap="square" rtlCol="0">
            <a:spAutoFit/>
          </a:bodyPr>
          <a:lstStyle/>
          <a:p>
            <a:r>
              <a:rPr lang="en-CA" b="1" dirty="0"/>
              <a:t>Data Out</a:t>
            </a:r>
          </a:p>
        </p:txBody>
      </p:sp>
      <p:sp>
        <p:nvSpPr>
          <p:cNvPr id="15" name="TextBox 14">
            <a:extLst>
              <a:ext uri="{FF2B5EF4-FFF2-40B4-BE49-F238E27FC236}">
                <a16:creationId xmlns:a16="http://schemas.microsoft.com/office/drawing/2014/main" id="{11677D4F-0285-9222-9F93-D854D51EAE49}"/>
              </a:ext>
            </a:extLst>
          </p:cNvPr>
          <p:cNvSpPr txBox="1"/>
          <p:nvPr/>
        </p:nvSpPr>
        <p:spPr>
          <a:xfrm>
            <a:off x="3287951" y="2670362"/>
            <a:ext cx="1212715" cy="369332"/>
          </a:xfrm>
          <a:prstGeom prst="rect">
            <a:avLst/>
          </a:prstGeom>
          <a:noFill/>
        </p:spPr>
        <p:txBody>
          <a:bodyPr wrap="square" rtlCol="0">
            <a:spAutoFit/>
          </a:bodyPr>
          <a:lstStyle/>
          <a:p>
            <a:r>
              <a:rPr lang="en-CA" b="1" dirty="0"/>
              <a:t>Data In</a:t>
            </a:r>
          </a:p>
        </p:txBody>
      </p:sp>
      <p:cxnSp>
        <p:nvCxnSpPr>
          <p:cNvPr id="16" name="Straight Arrow Connector 15">
            <a:extLst>
              <a:ext uri="{FF2B5EF4-FFF2-40B4-BE49-F238E27FC236}">
                <a16:creationId xmlns:a16="http://schemas.microsoft.com/office/drawing/2014/main" id="{03225E98-B48B-EC5A-1ABB-AA8E71C01A39}"/>
              </a:ext>
            </a:extLst>
          </p:cNvPr>
          <p:cNvCxnSpPr>
            <a:cxnSpLocks/>
            <a:stCxn id="14" idx="1"/>
          </p:cNvCxnSpPr>
          <p:nvPr/>
        </p:nvCxnSpPr>
        <p:spPr>
          <a:xfrm flipH="1" flipV="1">
            <a:off x="4195864" y="2890944"/>
            <a:ext cx="3511685" cy="13281"/>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20" name="TextBox 19">
            <a:extLst>
              <a:ext uri="{FF2B5EF4-FFF2-40B4-BE49-F238E27FC236}">
                <a16:creationId xmlns:a16="http://schemas.microsoft.com/office/drawing/2014/main" id="{C1990877-9E67-643F-DDA2-9C2EE2374745}"/>
              </a:ext>
            </a:extLst>
          </p:cNvPr>
          <p:cNvSpPr txBox="1"/>
          <p:nvPr/>
        </p:nvSpPr>
        <p:spPr>
          <a:xfrm>
            <a:off x="4340156" y="2230838"/>
            <a:ext cx="3780817" cy="338554"/>
          </a:xfrm>
          <a:prstGeom prst="rect">
            <a:avLst/>
          </a:prstGeom>
          <a:noFill/>
        </p:spPr>
        <p:txBody>
          <a:bodyPr wrap="square" rtlCol="0">
            <a:spAutoFit/>
          </a:bodyPr>
          <a:lstStyle/>
          <a:p>
            <a:r>
              <a:rPr lang="en-CA" sz="1600" dirty="0"/>
              <a:t>Controller Out, Peripheral In (COPI)</a:t>
            </a:r>
          </a:p>
        </p:txBody>
      </p:sp>
      <p:sp>
        <p:nvSpPr>
          <p:cNvPr id="28" name="TextBox 27">
            <a:extLst>
              <a:ext uri="{FF2B5EF4-FFF2-40B4-BE49-F238E27FC236}">
                <a16:creationId xmlns:a16="http://schemas.microsoft.com/office/drawing/2014/main" id="{2497E10D-E166-E93A-9E26-D2DE1F8F4557}"/>
              </a:ext>
            </a:extLst>
          </p:cNvPr>
          <p:cNvSpPr txBox="1"/>
          <p:nvPr/>
        </p:nvSpPr>
        <p:spPr>
          <a:xfrm>
            <a:off x="4356376" y="2574207"/>
            <a:ext cx="3655976" cy="338554"/>
          </a:xfrm>
          <a:prstGeom prst="rect">
            <a:avLst/>
          </a:prstGeom>
          <a:noFill/>
        </p:spPr>
        <p:txBody>
          <a:bodyPr wrap="square" rtlCol="0">
            <a:spAutoFit/>
          </a:bodyPr>
          <a:lstStyle/>
          <a:p>
            <a:r>
              <a:rPr lang="en-CA" sz="1600" dirty="0"/>
              <a:t>Controller In, Peripheral Out (CIPO)</a:t>
            </a:r>
          </a:p>
        </p:txBody>
      </p:sp>
      <p:sp>
        <p:nvSpPr>
          <p:cNvPr id="29" name="TextBox 28">
            <a:extLst>
              <a:ext uri="{FF2B5EF4-FFF2-40B4-BE49-F238E27FC236}">
                <a16:creationId xmlns:a16="http://schemas.microsoft.com/office/drawing/2014/main" id="{09E48666-1A4B-BA17-BED9-E79029436B81}"/>
              </a:ext>
            </a:extLst>
          </p:cNvPr>
          <p:cNvSpPr txBox="1"/>
          <p:nvPr/>
        </p:nvSpPr>
        <p:spPr>
          <a:xfrm>
            <a:off x="4340157" y="3130980"/>
            <a:ext cx="3511685" cy="369332"/>
          </a:xfrm>
          <a:prstGeom prst="rect">
            <a:avLst/>
          </a:prstGeom>
          <a:noFill/>
        </p:spPr>
        <p:txBody>
          <a:bodyPr wrap="square" rtlCol="0">
            <a:spAutoFit/>
          </a:bodyPr>
          <a:lstStyle/>
          <a:p>
            <a:r>
              <a:rPr lang="en-CA" dirty="0"/>
              <a:t>Serial Clock (SCK)</a:t>
            </a:r>
          </a:p>
        </p:txBody>
      </p:sp>
      <p:sp>
        <p:nvSpPr>
          <p:cNvPr id="30" name="TextBox 29">
            <a:extLst>
              <a:ext uri="{FF2B5EF4-FFF2-40B4-BE49-F238E27FC236}">
                <a16:creationId xmlns:a16="http://schemas.microsoft.com/office/drawing/2014/main" id="{3DFF5AE9-F970-3CAF-6CD3-AC4EEF784BFE}"/>
              </a:ext>
            </a:extLst>
          </p:cNvPr>
          <p:cNvSpPr txBox="1"/>
          <p:nvPr/>
        </p:nvSpPr>
        <p:spPr>
          <a:xfrm>
            <a:off x="4340156" y="3463070"/>
            <a:ext cx="3511685" cy="369332"/>
          </a:xfrm>
          <a:prstGeom prst="rect">
            <a:avLst/>
          </a:prstGeom>
          <a:noFill/>
        </p:spPr>
        <p:txBody>
          <a:bodyPr wrap="square" rtlCol="0">
            <a:spAutoFit/>
          </a:bodyPr>
          <a:lstStyle/>
          <a:p>
            <a:r>
              <a:rPr lang="en-CA" dirty="0"/>
              <a:t>Chip Select (CS)</a:t>
            </a:r>
          </a:p>
        </p:txBody>
      </p:sp>
      <p:sp>
        <p:nvSpPr>
          <p:cNvPr id="31" name="TextBox 30">
            <a:extLst>
              <a:ext uri="{FF2B5EF4-FFF2-40B4-BE49-F238E27FC236}">
                <a16:creationId xmlns:a16="http://schemas.microsoft.com/office/drawing/2014/main" id="{9F90D6A8-9D0A-58D9-F197-547034765FCB}"/>
              </a:ext>
            </a:extLst>
          </p:cNvPr>
          <p:cNvSpPr txBox="1"/>
          <p:nvPr/>
        </p:nvSpPr>
        <p:spPr>
          <a:xfrm>
            <a:off x="1366734" y="4579929"/>
            <a:ext cx="6485107" cy="1200329"/>
          </a:xfrm>
          <a:prstGeom prst="rect">
            <a:avLst/>
          </a:prstGeom>
          <a:noFill/>
        </p:spPr>
        <p:txBody>
          <a:bodyPr wrap="square" rtlCol="0">
            <a:spAutoFit/>
          </a:bodyPr>
          <a:lstStyle/>
          <a:p>
            <a:r>
              <a:rPr lang="en-CA" b="1" dirty="0"/>
              <a:t>COPI may also be called MOSI</a:t>
            </a:r>
          </a:p>
          <a:p>
            <a:r>
              <a:rPr lang="en-CA" b="1" dirty="0"/>
              <a:t>CIPO may also be called MISO</a:t>
            </a:r>
          </a:p>
          <a:p>
            <a:r>
              <a:rPr lang="en-CA" b="1" dirty="0"/>
              <a:t>SCK may also be called CLK</a:t>
            </a:r>
          </a:p>
          <a:p>
            <a:r>
              <a:rPr lang="en-CA" b="1" dirty="0"/>
              <a:t>CS may also be called SS</a:t>
            </a:r>
          </a:p>
        </p:txBody>
      </p:sp>
      <p:sp>
        <p:nvSpPr>
          <p:cNvPr id="32" name="TextBox 31">
            <a:extLst>
              <a:ext uri="{FF2B5EF4-FFF2-40B4-BE49-F238E27FC236}">
                <a16:creationId xmlns:a16="http://schemas.microsoft.com/office/drawing/2014/main" id="{90F288B3-D605-7108-A696-5A6158371D06}"/>
              </a:ext>
            </a:extLst>
          </p:cNvPr>
          <p:cNvSpPr txBox="1"/>
          <p:nvPr/>
        </p:nvSpPr>
        <p:spPr>
          <a:xfrm>
            <a:off x="6348919" y="4883285"/>
            <a:ext cx="4798979" cy="369332"/>
          </a:xfrm>
          <a:prstGeom prst="rect">
            <a:avLst/>
          </a:prstGeom>
          <a:noFill/>
        </p:spPr>
        <p:txBody>
          <a:bodyPr wrap="square" rtlCol="0">
            <a:spAutoFit/>
          </a:bodyPr>
          <a:lstStyle/>
          <a:p>
            <a:r>
              <a:rPr lang="en-CA" dirty="0"/>
              <a:t>Chip Select is almost always </a:t>
            </a:r>
            <a:r>
              <a:rPr lang="en-CA" i="1" dirty="0"/>
              <a:t>active low</a:t>
            </a:r>
            <a:r>
              <a:rPr lang="en-CA" dirty="0"/>
              <a:t>:</a:t>
            </a:r>
          </a:p>
        </p:txBody>
      </p:sp>
      <p:sp>
        <p:nvSpPr>
          <p:cNvPr id="33" name="TextBox 32">
            <a:extLst>
              <a:ext uri="{FF2B5EF4-FFF2-40B4-BE49-F238E27FC236}">
                <a16:creationId xmlns:a16="http://schemas.microsoft.com/office/drawing/2014/main" id="{9629D81E-D6F6-76DB-5EA1-607C8C5C576C}"/>
              </a:ext>
            </a:extLst>
          </p:cNvPr>
          <p:cNvSpPr txBox="1"/>
          <p:nvPr/>
        </p:nvSpPr>
        <p:spPr>
          <a:xfrm>
            <a:off x="7133616" y="5358725"/>
            <a:ext cx="2360579" cy="369332"/>
          </a:xfrm>
          <a:prstGeom prst="rect">
            <a:avLst/>
          </a:prstGeom>
          <a:noFill/>
        </p:spPr>
        <p:txBody>
          <a:bodyPr wrap="square" rtlCol="0">
            <a:spAutoFit/>
          </a:bodyPr>
          <a:lstStyle/>
          <a:p>
            <a:r>
              <a:rPr lang="en-CA" b="1" dirty="0"/>
              <a:t>/CS or CS</a:t>
            </a:r>
          </a:p>
        </p:txBody>
      </p:sp>
      <p:cxnSp>
        <p:nvCxnSpPr>
          <p:cNvPr id="35" name="Straight Connector 34">
            <a:extLst>
              <a:ext uri="{FF2B5EF4-FFF2-40B4-BE49-F238E27FC236}">
                <a16:creationId xmlns:a16="http://schemas.microsoft.com/office/drawing/2014/main" id="{FC0B9489-A33F-5EF7-8686-47F1C895C1F0}"/>
              </a:ext>
            </a:extLst>
          </p:cNvPr>
          <p:cNvCxnSpPr/>
          <p:nvPr/>
        </p:nvCxnSpPr>
        <p:spPr>
          <a:xfrm>
            <a:off x="7924800" y="5434519"/>
            <a:ext cx="265889" cy="0"/>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sp>
        <p:nvSpPr>
          <p:cNvPr id="36" name="Right Brace 35">
            <a:extLst>
              <a:ext uri="{FF2B5EF4-FFF2-40B4-BE49-F238E27FC236}">
                <a16:creationId xmlns:a16="http://schemas.microsoft.com/office/drawing/2014/main" id="{30697264-C7A4-8D73-787C-E6C43E153201}"/>
              </a:ext>
            </a:extLst>
          </p:cNvPr>
          <p:cNvSpPr/>
          <p:nvPr/>
        </p:nvSpPr>
        <p:spPr>
          <a:xfrm>
            <a:off x="8313905" y="5358725"/>
            <a:ext cx="194555" cy="369331"/>
          </a:xfrm>
          <a:prstGeom prst="rightBrace">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n-CA"/>
          </a:p>
        </p:txBody>
      </p:sp>
      <p:sp>
        <p:nvSpPr>
          <p:cNvPr id="37" name="TextBox 36">
            <a:extLst>
              <a:ext uri="{FF2B5EF4-FFF2-40B4-BE49-F238E27FC236}">
                <a16:creationId xmlns:a16="http://schemas.microsoft.com/office/drawing/2014/main" id="{E4FCFEB7-4D6A-3714-05D4-86A3472DFC95}"/>
              </a:ext>
            </a:extLst>
          </p:cNvPr>
          <p:cNvSpPr txBox="1"/>
          <p:nvPr/>
        </p:nvSpPr>
        <p:spPr>
          <a:xfrm>
            <a:off x="8519808" y="5232807"/>
            <a:ext cx="2872902" cy="646331"/>
          </a:xfrm>
          <a:prstGeom prst="rect">
            <a:avLst/>
          </a:prstGeom>
          <a:noFill/>
        </p:spPr>
        <p:txBody>
          <a:bodyPr wrap="square" rtlCol="0">
            <a:spAutoFit/>
          </a:bodyPr>
          <a:lstStyle/>
          <a:p>
            <a:r>
              <a:rPr lang="en-CA" dirty="0"/>
              <a:t>How we often designate active low signals</a:t>
            </a:r>
          </a:p>
        </p:txBody>
      </p:sp>
    </p:spTree>
    <p:extLst>
      <p:ext uri="{BB962C8B-B14F-4D97-AF65-F5344CB8AC3E}">
        <p14:creationId xmlns:p14="http://schemas.microsoft.com/office/powerpoint/2010/main" val="36805619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 calcmode="lin" valueType="num">
                                      <p:cBhvr additive="base">
                                        <p:cTn id="7" dur="500" fill="hold"/>
                                        <p:tgtEl>
                                          <p:spTgt spid="11"/>
                                        </p:tgtEl>
                                        <p:attrNameLst>
                                          <p:attrName>ppt_x</p:attrName>
                                        </p:attrNameLst>
                                      </p:cBhvr>
                                      <p:tavLst>
                                        <p:tav tm="0">
                                          <p:val>
                                            <p:strVal val="#ppt_x"/>
                                          </p:val>
                                        </p:tav>
                                        <p:tav tm="100000">
                                          <p:val>
                                            <p:strVal val="#ppt_x"/>
                                          </p:val>
                                        </p:tav>
                                      </p:tavLst>
                                    </p:anim>
                                    <p:anim calcmode="lin" valueType="num">
                                      <p:cBhvr additive="base">
                                        <p:cTn id="8" dur="500" fill="hold"/>
                                        <p:tgtEl>
                                          <p:spTgt spid="11"/>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12"/>
                                        </p:tgtEl>
                                        <p:attrNameLst>
                                          <p:attrName>style.visibility</p:attrName>
                                        </p:attrNameLst>
                                      </p:cBhvr>
                                      <p:to>
                                        <p:strVal val="visible"/>
                                      </p:to>
                                    </p:set>
                                    <p:anim calcmode="lin" valueType="num">
                                      <p:cBhvr additive="base">
                                        <p:cTn id="11" dur="500" fill="hold"/>
                                        <p:tgtEl>
                                          <p:spTgt spid="12"/>
                                        </p:tgtEl>
                                        <p:attrNameLst>
                                          <p:attrName>ppt_x</p:attrName>
                                        </p:attrNameLst>
                                      </p:cBhvr>
                                      <p:tavLst>
                                        <p:tav tm="0">
                                          <p:val>
                                            <p:strVal val="#ppt_x"/>
                                          </p:val>
                                        </p:tav>
                                        <p:tav tm="100000">
                                          <p:val>
                                            <p:strVal val="#ppt_x"/>
                                          </p:val>
                                        </p:tav>
                                      </p:tavLst>
                                    </p:anim>
                                    <p:anim calcmode="lin" valueType="num">
                                      <p:cBhvr additive="base">
                                        <p:cTn id="12" dur="500" fill="hold"/>
                                        <p:tgtEl>
                                          <p:spTgt spid="12"/>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13"/>
                                        </p:tgtEl>
                                        <p:attrNameLst>
                                          <p:attrName>style.visibility</p:attrName>
                                        </p:attrNameLst>
                                      </p:cBhvr>
                                      <p:to>
                                        <p:strVal val="visible"/>
                                      </p:to>
                                    </p:set>
                                    <p:anim calcmode="lin" valueType="num">
                                      <p:cBhvr additive="base">
                                        <p:cTn id="15" dur="500" fill="hold"/>
                                        <p:tgtEl>
                                          <p:spTgt spid="13"/>
                                        </p:tgtEl>
                                        <p:attrNameLst>
                                          <p:attrName>ppt_x</p:attrName>
                                        </p:attrNameLst>
                                      </p:cBhvr>
                                      <p:tavLst>
                                        <p:tav tm="0">
                                          <p:val>
                                            <p:strVal val="#ppt_x"/>
                                          </p:val>
                                        </p:tav>
                                        <p:tav tm="100000">
                                          <p:val>
                                            <p:strVal val="#ppt_x"/>
                                          </p:val>
                                        </p:tav>
                                      </p:tavLst>
                                    </p:anim>
                                    <p:anim calcmode="lin" valueType="num">
                                      <p:cBhvr additive="base">
                                        <p:cTn id="16" dur="500" fill="hold"/>
                                        <p:tgtEl>
                                          <p:spTgt spid="13"/>
                                        </p:tgtEl>
                                        <p:attrNameLst>
                                          <p:attrName>ppt_y</p:attrName>
                                        </p:attrNameLst>
                                      </p:cBhvr>
                                      <p:tavLst>
                                        <p:tav tm="0">
                                          <p:val>
                                            <p:strVal val="1+#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53" presetClass="entr" presetSubtype="16" fill="hold" grpId="0" nodeType="clickEffect">
                                  <p:stCondLst>
                                    <p:cond delay="0"/>
                                  </p:stCondLst>
                                  <p:childTnLst>
                                    <p:set>
                                      <p:cBhvr>
                                        <p:cTn id="20" dur="1" fill="hold">
                                          <p:stCondLst>
                                            <p:cond delay="0"/>
                                          </p:stCondLst>
                                        </p:cTn>
                                        <p:tgtEl>
                                          <p:spTgt spid="6"/>
                                        </p:tgtEl>
                                        <p:attrNameLst>
                                          <p:attrName>style.visibility</p:attrName>
                                        </p:attrNameLst>
                                      </p:cBhvr>
                                      <p:to>
                                        <p:strVal val="visible"/>
                                      </p:to>
                                    </p:set>
                                    <p:anim calcmode="lin" valueType="num">
                                      <p:cBhvr>
                                        <p:cTn id="21" dur="500" fill="hold"/>
                                        <p:tgtEl>
                                          <p:spTgt spid="6"/>
                                        </p:tgtEl>
                                        <p:attrNameLst>
                                          <p:attrName>ppt_w</p:attrName>
                                        </p:attrNameLst>
                                      </p:cBhvr>
                                      <p:tavLst>
                                        <p:tav tm="0">
                                          <p:val>
                                            <p:fltVal val="0"/>
                                          </p:val>
                                        </p:tav>
                                        <p:tav tm="100000">
                                          <p:val>
                                            <p:strVal val="#ppt_w"/>
                                          </p:val>
                                        </p:tav>
                                      </p:tavLst>
                                    </p:anim>
                                    <p:anim calcmode="lin" valueType="num">
                                      <p:cBhvr>
                                        <p:cTn id="22" dur="500" fill="hold"/>
                                        <p:tgtEl>
                                          <p:spTgt spid="6"/>
                                        </p:tgtEl>
                                        <p:attrNameLst>
                                          <p:attrName>ppt_h</p:attrName>
                                        </p:attrNameLst>
                                      </p:cBhvr>
                                      <p:tavLst>
                                        <p:tav tm="0">
                                          <p:val>
                                            <p:fltVal val="0"/>
                                          </p:val>
                                        </p:tav>
                                        <p:tav tm="100000">
                                          <p:val>
                                            <p:strVal val="#ppt_h"/>
                                          </p:val>
                                        </p:tav>
                                      </p:tavLst>
                                    </p:anim>
                                    <p:animEffect transition="in" filter="fade">
                                      <p:cBhvr>
                                        <p:cTn id="23" dur="500"/>
                                        <p:tgtEl>
                                          <p:spTgt spid="6"/>
                                        </p:tgtEl>
                                      </p:cBhvr>
                                    </p:animEffect>
                                  </p:childTnLst>
                                </p:cTn>
                              </p:par>
                            </p:childTnLst>
                          </p:cTn>
                        </p:par>
                      </p:childTnLst>
                    </p:cTn>
                  </p:par>
                  <p:par>
                    <p:cTn id="24" fill="hold">
                      <p:stCondLst>
                        <p:cond delay="indefinite"/>
                      </p:stCondLst>
                      <p:childTnLst>
                        <p:par>
                          <p:cTn id="25" fill="hold">
                            <p:stCondLst>
                              <p:cond delay="0"/>
                            </p:stCondLst>
                            <p:childTnLst>
                              <p:par>
                                <p:cTn id="26" presetID="53" presetClass="entr" presetSubtype="16" fill="hold" nodeType="clickEffect">
                                  <p:stCondLst>
                                    <p:cond delay="0"/>
                                  </p:stCondLst>
                                  <p:childTnLst>
                                    <p:set>
                                      <p:cBhvr>
                                        <p:cTn id="27" dur="1" fill="hold">
                                          <p:stCondLst>
                                            <p:cond delay="0"/>
                                          </p:stCondLst>
                                        </p:cTn>
                                        <p:tgtEl>
                                          <p:spTgt spid="8"/>
                                        </p:tgtEl>
                                        <p:attrNameLst>
                                          <p:attrName>style.visibility</p:attrName>
                                        </p:attrNameLst>
                                      </p:cBhvr>
                                      <p:to>
                                        <p:strVal val="visible"/>
                                      </p:to>
                                    </p:set>
                                    <p:anim calcmode="lin" valueType="num">
                                      <p:cBhvr>
                                        <p:cTn id="28" dur="500" fill="hold"/>
                                        <p:tgtEl>
                                          <p:spTgt spid="8"/>
                                        </p:tgtEl>
                                        <p:attrNameLst>
                                          <p:attrName>ppt_w</p:attrName>
                                        </p:attrNameLst>
                                      </p:cBhvr>
                                      <p:tavLst>
                                        <p:tav tm="0">
                                          <p:val>
                                            <p:fltVal val="0"/>
                                          </p:val>
                                        </p:tav>
                                        <p:tav tm="100000">
                                          <p:val>
                                            <p:strVal val="#ppt_w"/>
                                          </p:val>
                                        </p:tav>
                                      </p:tavLst>
                                    </p:anim>
                                    <p:anim calcmode="lin" valueType="num">
                                      <p:cBhvr>
                                        <p:cTn id="29" dur="500" fill="hold"/>
                                        <p:tgtEl>
                                          <p:spTgt spid="8"/>
                                        </p:tgtEl>
                                        <p:attrNameLst>
                                          <p:attrName>ppt_h</p:attrName>
                                        </p:attrNameLst>
                                      </p:cBhvr>
                                      <p:tavLst>
                                        <p:tav tm="0">
                                          <p:val>
                                            <p:fltVal val="0"/>
                                          </p:val>
                                        </p:tav>
                                        <p:tav tm="100000">
                                          <p:val>
                                            <p:strVal val="#ppt_h"/>
                                          </p:val>
                                        </p:tav>
                                      </p:tavLst>
                                    </p:anim>
                                    <p:animEffect transition="in" filter="fade">
                                      <p:cBhvr>
                                        <p:cTn id="30" dur="500"/>
                                        <p:tgtEl>
                                          <p:spTgt spid="8"/>
                                        </p:tgtEl>
                                      </p:cBhvr>
                                    </p:animEffect>
                                  </p:childTnLst>
                                </p:cTn>
                              </p:par>
                              <p:par>
                                <p:cTn id="31" presetID="53" presetClass="entr" presetSubtype="16" fill="hold" grpId="0" nodeType="withEffect">
                                  <p:stCondLst>
                                    <p:cond delay="0"/>
                                  </p:stCondLst>
                                  <p:childTnLst>
                                    <p:set>
                                      <p:cBhvr>
                                        <p:cTn id="32" dur="1" fill="hold">
                                          <p:stCondLst>
                                            <p:cond delay="0"/>
                                          </p:stCondLst>
                                        </p:cTn>
                                        <p:tgtEl>
                                          <p:spTgt spid="9"/>
                                        </p:tgtEl>
                                        <p:attrNameLst>
                                          <p:attrName>style.visibility</p:attrName>
                                        </p:attrNameLst>
                                      </p:cBhvr>
                                      <p:to>
                                        <p:strVal val="visible"/>
                                      </p:to>
                                    </p:set>
                                    <p:anim calcmode="lin" valueType="num">
                                      <p:cBhvr>
                                        <p:cTn id="33" dur="500" fill="hold"/>
                                        <p:tgtEl>
                                          <p:spTgt spid="9"/>
                                        </p:tgtEl>
                                        <p:attrNameLst>
                                          <p:attrName>ppt_w</p:attrName>
                                        </p:attrNameLst>
                                      </p:cBhvr>
                                      <p:tavLst>
                                        <p:tav tm="0">
                                          <p:val>
                                            <p:fltVal val="0"/>
                                          </p:val>
                                        </p:tav>
                                        <p:tav tm="100000">
                                          <p:val>
                                            <p:strVal val="#ppt_w"/>
                                          </p:val>
                                        </p:tav>
                                      </p:tavLst>
                                    </p:anim>
                                    <p:anim calcmode="lin" valueType="num">
                                      <p:cBhvr>
                                        <p:cTn id="34" dur="500" fill="hold"/>
                                        <p:tgtEl>
                                          <p:spTgt spid="9"/>
                                        </p:tgtEl>
                                        <p:attrNameLst>
                                          <p:attrName>ppt_h</p:attrName>
                                        </p:attrNameLst>
                                      </p:cBhvr>
                                      <p:tavLst>
                                        <p:tav tm="0">
                                          <p:val>
                                            <p:fltVal val="0"/>
                                          </p:val>
                                        </p:tav>
                                        <p:tav tm="100000">
                                          <p:val>
                                            <p:strVal val="#ppt_h"/>
                                          </p:val>
                                        </p:tav>
                                      </p:tavLst>
                                    </p:anim>
                                    <p:animEffect transition="in" filter="fade">
                                      <p:cBhvr>
                                        <p:cTn id="35" dur="500"/>
                                        <p:tgtEl>
                                          <p:spTgt spid="9"/>
                                        </p:tgtEl>
                                      </p:cBhvr>
                                    </p:animEffect>
                                  </p:childTnLst>
                                </p:cTn>
                              </p:par>
                            </p:childTnLst>
                          </p:cTn>
                        </p:par>
                      </p:childTnLst>
                    </p:cTn>
                  </p:par>
                  <p:par>
                    <p:cTn id="36" fill="hold">
                      <p:stCondLst>
                        <p:cond delay="indefinite"/>
                      </p:stCondLst>
                      <p:childTnLst>
                        <p:par>
                          <p:cTn id="37" fill="hold">
                            <p:stCondLst>
                              <p:cond delay="0"/>
                            </p:stCondLst>
                            <p:childTnLst>
                              <p:par>
                                <p:cTn id="38" presetID="31" presetClass="entr" presetSubtype="0" fill="hold" grpId="0" nodeType="clickEffect">
                                  <p:stCondLst>
                                    <p:cond delay="0"/>
                                  </p:stCondLst>
                                  <p:childTnLst>
                                    <p:set>
                                      <p:cBhvr>
                                        <p:cTn id="39" dur="1" fill="hold">
                                          <p:stCondLst>
                                            <p:cond delay="0"/>
                                          </p:stCondLst>
                                        </p:cTn>
                                        <p:tgtEl>
                                          <p:spTgt spid="14"/>
                                        </p:tgtEl>
                                        <p:attrNameLst>
                                          <p:attrName>style.visibility</p:attrName>
                                        </p:attrNameLst>
                                      </p:cBhvr>
                                      <p:to>
                                        <p:strVal val="visible"/>
                                      </p:to>
                                    </p:set>
                                    <p:anim calcmode="lin" valueType="num">
                                      <p:cBhvr>
                                        <p:cTn id="40" dur="1000" fill="hold"/>
                                        <p:tgtEl>
                                          <p:spTgt spid="14"/>
                                        </p:tgtEl>
                                        <p:attrNameLst>
                                          <p:attrName>ppt_w</p:attrName>
                                        </p:attrNameLst>
                                      </p:cBhvr>
                                      <p:tavLst>
                                        <p:tav tm="0">
                                          <p:val>
                                            <p:fltVal val="0"/>
                                          </p:val>
                                        </p:tav>
                                        <p:tav tm="100000">
                                          <p:val>
                                            <p:strVal val="#ppt_w"/>
                                          </p:val>
                                        </p:tav>
                                      </p:tavLst>
                                    </p:anim>
                                    <p:anim calcmode="lin" valueType="num">
                                      <p:cBhvr>
                                        <p:cTn id="41" dur="1000" fill="hold"/>
                                        <p:tgtEl>
                                          <p:spTgt spid="14"/>
                                        </p:tgtEl>
                                        <p:attrNameLst>
                                          <p:attrName>ppt_h</p:attrName>
                                        </p:attrNameLst>
                                      </p:cBhvr>
                                      <p:tavLst>
                                        <p:tav tm="0">
                                          <p:val>
                                            <p:fltVal val="0"/>
                                          </p:val>
                                        </p:tav>
                                        <p:tav tm="100000">
                                          <p:val>
                                            <p:strVal val="#ppt_h"/>
                                          </p:val>
                                        </p:tav>
                                      </p:tavLst>
                                    </p:anim>
                                    <p:anim calcmode="lin" valueType="num">
                                      <p:cBhvr>
                                        <p:cTn id="42" dur="1000" fill="hold"/>
                                        <p:tgtEl>
                                          <p:spTgt spid="14"/>
                                        </p:tgtEl>
                                        <p:attrNameLst>
                                          <p:attrName>style.rotation</p:attrName>
                                        </p:attrNameLst>
                                      </p:cBhvr>
                                      <p:tavLst>
                                        <p:tav tm="0">
                                          <p:val>
                                            <p:fltVal val="90"/>
                                          </p:val>
                                        </p:tav>
                                        <p:tav tm="100000">
                                          <p:val>
                                            <p:fltVal val="0"/>
                                          </p:val>
                                        </p:tav>
                                      </p:tavLst>
                                    </p:anim>
                                    <p:animEffect transition="in" filter="fade">
                                      <p:cBhvr>
                                        <p:cTn id="43" dur="1000"/>
                                        <p:tgtEl>
                                          <p:spTgt spid="14"/>
                                        </p:tgtEl>
                                      </p:cBhvr>
                                    </p:animEffect>
                                  </p:childTnLst>
                                </p:cTn>
                              </p:par>
                            </p:childTnLst>
                          </p:cTn>
                        </p:par>
                      </p:childTnLst>
                    </p:cTn>
                  </p:par>
                  <p:par>
                    <p:cTn id="44" fill="hold">
                      <p:stCondLst>
                        <p:cond delay="indefinite"/>
                      </p:stCondLst>
                      <p:childTnLst>
                        <p:par>
                          <p:cTn id="45" fill="hold">
                            <p:stCondLst>
                              <p:cond delay="0"/>
                            </p:stCondLst>
                            <p:childTnLst>
                              <p:par>
                                <p:cTn id="46" presetID="31" presetClass="entr" presetSubtype="0" fill="hold" nodeType="clickEffect">
                                  <p:stCondLst>
                                    <p:cond delay="0"/>
                                  </p:stCondLst>
                                  <p:childTnLst>
                                    <p:set>
                                      <p:cBhvr>
                                        <p:cTn id="47" dur="1" fill="hold">
                                          <p:stCondLst>
                                            <p:cond delay="0"/>
                                          </p:stCondLst>
                                        </p:cTn>
                                        <p:tgtEl>
                                          <p:spTgt spid="16"/>
                                        </p:tgtEl>
                                        <p:attrNameLst>
                                          <p:attrName>style.visibility</p:attrName>
                                        </p:attrNameLst>
                                      </p:cBhvr>
                                      <p:to>
                                        <p:strVal val="visible"/>
                                      </p:to>
                                    </p:set>
                                    <p:anim calcmode="lin" valueType="num">
                                      <p:cBhvr>
                                        <p:cTn id="48" dur="1000" fill="hold"/>
                                        <p:tgtEl>
                                          <p:spTgt spid="16"/>
                                        </p:tgtEl>
                                        <p:attrNameLst>
                                          <p:attrName>ppt_w</p:attrName>
                                        </p:attrNameLst>
                                      </p:cBhvr>
                                      <p:tavLst>
                                        <p:tav tm="0">
                                          <p:val>
                                            <p:fltVal val="0"/>
                                          </p:val>
                                        </p:tav>
                                        <p:tav tm="100000">
                                          <p:val>
                                            <p:strVal val="#ppt_w"/>
                                          </p:val>
                                        </p:tav>
                                      </p:tavLst>
                                    </p:anim>
                                    <p:anim calcmode="lin" valueType="num">
                                      <p:cBhvr>
                                        <p:cTn id="49" dur="1000" fill="hold"/>
                                        <p:tgtEl>
                                          <p:spTgt spid="16"/>
                                        </p:tgtEl>
                                        <p:attrNameLst>
                                          <p:attrName>ppt_h</p:attrName>
                                        </p:attrNameLst>
                                      </p:cBhvr>
                                      <p:tavLst>
                                        <p:tav tm="0">
                                          <p:val>
                                            <p:fltVal val="0"/>
                                          </p:val>
                                        </p:tav>
                                        <p:tav tm="100000">
                                          <p:val>
                                            <p:strVal val="#ppt_h"/>
                                          </p:val>
                                        </p:tav>
                                      </p:tavLst>
                                    </p:anim>
                                    <p:anim calcmode="lin" valueType="num">
                                      <p:cBhvr>
                                        <p:cTn id="50" dur="1000" fill="hold"/>
                                        <p:tgtEl>
                                          <p:spTgt spid="16"/>
                                        </p:tgtEl>
                                        <p:attrNameLst>
                                          <p:attrName>style.rotation</p:attrName>
                                        </p:attrNameLst>
                                      </p:cBhvr>
                                      <p:tavLst>
                                        <p:tav tm="0">
                                          <p:val>
                                            <p:fltVal val="90"/>
                                          </p:val>
                                        </p:tav>
                                        <p:tav tm="100000">
                                          <p:val>
                                            <p:fltVal val="0"/>
                                          </p:val>
                                        </p:tav>
                                      </p:tavLst>
                                    </p:anim>
                                    <p:animEffect transition="in" filter="fade">
                                      <p:cBhvr>
                                        <p:cTn id="51" dur="1000"/>
                                        <p:tgtEl>
                                          <p:spTgt spid="16"/>
                                        </p:tgtEl>
                                      </p:cBhvr>
                                    </p:animEffect>
                                  </p:childTnLst>
                                </p:cTn>
                              </p:par>
                              <p:par>
                                <p:cTn id="52" presetID="31" presetClass="entr" presetSubtype="0" fill="hold" grpId="0" nodeType="withEffect">
                                  <p:stCondLst>
                                    <p:cond delay="0"/>
                                  </p:stCondLst>
                                  <p:childTnLst>
                                    <p:set>
                                      <p:cBhvr>
                                        <p:cTn id="53" dur="1" fill="hold">
                                          <p:stCondLst>
                                            <p:cond delay="0"/>
                                          </p:stCondLst>
                                        </p:cTn>
                                        <p:tgtEl>
                                          <p:spTgt spid="15"/>
                                        </p:tgtEl>
                                        <p:attrNameLst>
                                          <p:attrName>style.visibility</p:attrName>
                                        </p:attrNameLst>
                                      </p:cBhvr>
                                      <p:to>
                                        <p:strVal val="visible"/>
                                      </p:to>
                                    </p:set>
                                    <p:anim calcmode="lin" valueType="num">
                                      <p:cBhvr>
                                        <p:cTn id="54" dur="1000" fill="hold"/>
                                        <p:tgtEl>
                                          <p:spTgt spid="15"/>
                                        </p:tgtEl>
                                        <p:attrNameLst>
                                          <p:attrName>ppt_w</p:attrName>
                                        </p:attrNameLst>
                                      </p:cBhvr>
                                      <p:tavLst>
                                        <p:tav tm="0">
                                          <p:val>
                                            <p:fltVal val="0"/>
                                          </p:val>
                                        </p:tav>
                                        <p:tav tm="100000">
                                          <p:val>
                                            <p:strVal val="#ppt_w"/>
                                          </p:val>
                                        </p:tav>
                                      </p:tavLst>
                                    </p:anim>
                                    <p:anim calcmode="lin" valueType="num">
                                      <p:cBhvr>
                                        <p:cTn id="55" dur="1000" fill="hold"/>
                                        <p:tgtEl>
                                          <p:spTgt spid="15"/>
                                        </p:tgtEl>
                                        <p:attrNameLst>
                                          <p:attrName>ppt_h</p:attrName>
                                        </p:attrNameLst>
                                      </p:cBhvr>
                                      <p:tavLst>
                                        <p:tav tm="0">
                                          <p:val>
                                            <p:fltVal val="0"/>
                                          </p:val>
                                        </p:tav>
                                        <p:tav tm="100000">
                                          <p:val>
                                            <p:strVal val="#ppt_h"/>
                                          </p:val>
                                        </p:tav>
                                      </p:tavLst>
                                    </p:anim>
                                    <p:anim calcmode="lin" valueType="num">
                                      <p:cBhvr>
                                        <p:cTn id="56" dur="1000" fill="hold"/>
                                        <p:tgtEl>
                                          <p:spTgt spid="15"/>
                                        </p:tgtEl>
                                        <p:attrNameLst>
                                          <p:attrName>style.rotation</p:attrName>
                                        </p:attrNameLst>
                                      </p:cBhvr>
                                      <p:tavLst>
                                        <p:tav tm="0">
                                          <p:val>
                                            <p:fltVal val="90"/>
                                          </p:val>
                                        </p:tav>
                                        <p:tav tm="100000">
                                          <p:val>
                                            <p:fltVal val="0"/>
                                          </p:val>
                                        </p:tav>
                                      </p:tavLst>
                                    </p:anim>
                                    <p:animEffect transition="in" filter="fade">
                                      <p:cBhvr>
                                        <p:cTn id="57" dur="1000"/>
                                        <p:tgtEl>
                                          <p:spTgt spid="15"/>
                                        </p:tgtEl>
                                      </p:cBhvr>
                                    </p:animEffect>
                                  </p:childTnLst>
                                </p:cTn>
                              </p:par>
                            </p:childTnLst>
                          </p:cTn>
                        </p:par>
                      </p:childTnLst>
                    </p:cTn>
                  </p:par>
                  <p:par>
                    <p:cTn id="58" fill="hold">
                      <p:stCondLst>
                        <p:cond delay="indefinite"/>
                      </p:stCondLst>
                      <p:childTnLst>
                        <p:par>
                          <p:cTn id="59" fill="hold">
                            <p:stCondLst>
                              <p:cond delay="0"/>
                            </p:stCondLst>
                            <p:childTnLst>
                              <p:par>
                                <p:cTn id="60" presetID="10" presetClass="entr" presetSubtype="0" fill="hold" grpId="0" nodeType="clickEffect">
                                  <p:stCondLst>
                                    <p:cond delay="0"/>
                                  </p:stCondLst>
                                  <p:childTnLst>
                                    <p:set>
                                      <p:cBhvr>
                                        <p:cTn id="61" dur="1" fill="hold">
                                          <p:stCondLst>
                                            <p:cond delay="0"/>
                                          </p:stCondLst>
                                        </p:cTn>
                                        <p:tgtEl>
                                          <p:spTgt spid="20"/>
                                        </p:tgtEl>
                                        <p:attrNameLst>
                                          <p:attrName>style.visibility</p:attrName>
                                        </p:attrNameLst>
                                      </p:cBhvr>
                                      <p:to>
                                        <p:strVal val="visible"/>
                                      </p:to>
                                    </p:set>
                                    <p:animEffect transition="in" filter="fade">
                                      <p:cBhvr>
                                        <p:cTn id="62" dur="500"/>
                                        <p:tgtEl>
                                          <p:spTgt spid="20"/>
                                        </p:tgtEl>
                                      </p:cBhvr>
                                    </p:animEffect>
                                  </p:childTnLst>
                                </p:cTn>
                              </p:par>
                            </p:childTnLst>
                          </p:cTn>
                        </p:par>
                      </p:childTnLst>
                    </p:cTn>
                  </p:par>
                  <p:par>
                    <p:cTn id="63" fill="hold">
                      <p:stCondLst>
                        <p:cond delay="indefinite"/>
                      </p:stCondLst>
                      <p:childTnLst>
                        <p:par>
                          <p:cTn id="64" fill="hold">
                            <p:stCondLst>
                              <p:cond delay="0"/>
                            </p:stCondLst>
                            <p:childTnLst>
                              <p:par>
                                <p:cTn id="65" presetID="10" presetClass="entr" presetSubtype="0" fill="hold" grpId="0" nodeType="clickEffect">
                                  <p:stCondLst>
                                    <p:cond delay="0"/>
                                  </p:stCondLst>
                                  <p:childTnLst>
                                    <p:set>
                                      <p:cBhvr>
                                        <p:cTn id="66" dur="1" fill="hold">
                                          <p:stCondLst>
                                            <p:cond delay="0"/>
                                          </p:stCondLst>
                                        </p:cTn>
                                        <p:tgtEl>
                                          <p:spTgt spid="28"/>
                                        </p:tgtEl>
                                        <p:attrNameLst>
                                          <p:attrName>style.visibility</p:attrName>
                                        </p:attrNameLst>
                                      </p:cBhvr>
                                      <p:to>
                                        <p:strVal val="visible"/>
                                      </p:to>
                                    </p:set>
                                    <p:animEffect transition="in" filter="fade">
                                      <p:cBhvr>
                                        <p:cTn id="67" dur="500"/>
                                        <p:tgtEl>
                                          <p:spTgt spid="28"/>
                                        </p:tgtEl>
                                      </p:cBhvr>
                                    </p:animEffect>
                                  </p:childTnLst>
                                </p:cTn>
                              </p:par>
                            </p:childTnLst>
                          </p:cTn>
                        </p:par>
                      </p:childTnLst>
                    </p:cTn>
                  </p:par>
                  <p:par>
                    <p:cTn id="68" fill="hold">
                      <p:stCondLst>
                        <p:cond delay="indefinite"/>
                      </p:stCondLst>
                      <p:childTnLst>
                        <p:par>
                          <p:cTn id="69" fill="hold">
                            <p:stCondLst>
                              <p:cond delay="0"/>
                            </p:stCondLst>
                            <p:childTnLst>
                              <p:par>
                                <p:cTn id="70" presetID="10" presetClass="entr" presetSubtype="0" fill="hold" grpId="0" nodeType="clickEffect">
                                  <p:stCondLst>
                                    <p:cond delay="0"/>
                                  </p:stCondLst>
                                  <p:childTnLst>
                                    <p:set>
                                      <p:cBhvr>
                                        <p:cTn id="71" dur="1" fill="hold">
                                          <p:stCondLst>
                                            <p:cond delay="0"/>
                                          </p:stCondLst>
                                        </p:cTn>
                                        <p:tgtEl>
                                          <p:spTgt spid="29"/>
                                        </p:tgtEl>
                                        <p:attrNameLst>
                                          <p:attrName>style.visibility</p:attrName>
                                        </p:attrNameLst>
                                      </p:cBhvr>
                                      <p:to>
                                        <p:strVal val="visible"/>
                                      </p:to>
                                    </p:set>
                                    <p:animEffect transition="in" filter="fade">
                                      <p:cBhvr>
                                        <p:cTn id="72" dur="500"/>
                                        <p:tgtEl>
                                          <p:spTgt spid="29"/>
                                        </p:tgtEl>
                                      </p:cBhvr>
                                    </p:animEffect>
                                  </p:childTnLst>
                                </p:cTn>
                              </p:par>
                              <p:par>
                                <p:cTn id="73" presetID="10" presetClass="entr" presetSubtype="0" fill="hold" grpId="0" nodeType="withEffect">
                                  <p:stCondLst>
                                    <p:cond delay="0"/>
                                  </p:stCondLst>
                                  <p:childTnLst>
                                    <p:set>
                                      <p:cBhvr>
                                        <p:cTn id="74" dur="1" fill="hold">
                                          <p:stCondLst>
                                            <p:cond delay="0"/>
                                          </p:stCondLst>
                                        </p:cTn>
                                        <p:tgtEl>
                                          <p:spTgt spid="30"/>
                                        </p:tgtEl>
                                        <p:attrNameLst>
                                          <p:attrName>style.visibility</p:attrName>
                                        </p:attrNameLst>
                                      </p:cBhvr>
                                      <p:to>
                                        <p:strVal val="visible"/>
                                      </p:to>
                                    </p:set>
                                    <p:animEffect transition="in" filter="fade">
                                      <p:cBhvr>
                                        <p:cTn id="75" dur="500"/>
                                        <p:tgtEl>
                                          <p:spTgt spid="30"/>
                                        </p:tgtEl>
                                      </p:cBhvr>
                                    </p:animEffect>
                                  </p:childTnLst>
                                </p:cTn>
                              </p:par>
                            </p:childTnLst>
                          </p:cTn>
                        </p:par>
                      </p:childTnLst>
                    </p:cTn>
                  </p:par>
                  <p:par>
                    <p:cTn id="76" fill="hold">
                      <p:stCondLst>
                        <p:cond delay="indefinite"/>
                      </p:stCondLst>
                      <p:childTnLst>
                        <p:par>
                          <p:cTn id="77" fill="hold">
                            <p:stCondLst>
                              <p:cond delay="0"/>
                            </p:stCondLst>
                            <p:childTnLst>
                              <p:par>
                                <p:cTn id="78" presetID="42" presetClass="entr" presetSubtype="0" fill="hold" nodeType="clickEffect">
                                  <p:stCondLst>
                                    <p:cond delay="0"/>
                                  </p:stCondLst>
                                  <p:childTnLst>
                                    <p:set>
                                      <p:cBhvr>
                                        <p:cTn id="79" dur="1" fill="hold">
                                          <p:stCondLst>
                                            <p:cond delay="0"/>
                                          </p:stCondLst>
                                        </p:cTn>
                                        <p:tgtEl>
                                          <p:spTgt spid="31">
                                            <p:txEl>
                                              <p:pRg st="0" end="0"/>
                                            </p:txEl>
                                          </p:spTgt>
                                        </p:tgtEl>
                                        <p:attrNameLst>
                                          <p:attrName>style.visibility</p:attrName>
                                        </p:attrNameLst>
                                      </p:cBhvr>
                                      <p:to>
                                        <p:strVal val="visible"/>
                                      </p:to>
                                    </p:set>
                                    <p:animEffect transition="in" filter="fade">
                                      <p:cBhvr>
                                        <p:cTn id="80" dur="1000"/>
                                        <p:tgtEl>
                                          <p:spTgt spid="31">
                                            <p:txEl>
                                              <p:pRg st="0" end="0"/>
                                            </p:txEl>
                                          </p:spTgt>
                                        </p:tgtEl>
                                      </p:cBhvr>
                                    </p:animEffect>
                                    <p:anim calcmode="lin" valueType="num">
                                      <p:cBhvr>
                                        <p:cTn id="81" dur="1000" fill="hold"/>
                                        <p:tgtEl>
                                          <p:spTgt spid="31">
                                            <p:txEl>
                                              <p:pRg st="0" end="0"/>
                                            </p:txEl>
                                          </p:spTgt>
                                        </p:tgtEl>
                                        <p:attrNameLst>
                                          <p:attrName>ppt_x</p:attrName>
                                        </p:attrNameLst>
                                      </p:cBhvr>
                                      <p:tavLst>
                                        <p:tav tm="0">
                                          <p:val>
                                            <p:strVal val="#ppt_x"/>
                                          </p:val>
                                        </p:tav>
                                        <p:tav tm="100000">
                                          <p:val>
                                            <p:strVal val="#ppt_x"/>
                                          </p:val>
                                        </p:tav>
                                      </p:tavLst>
                                    </p:anim>
                                    <p:anim calcmode="lin" valueType="num">
                                      <p:cBhvr>
                                        <p:cTn id="82" dur="1000" fill="hold"/>
                                        <p:tgtEl>
                                          <p:spTgt spid="31">
                                            <p:txEl>
                                              <p:pRg st="0" end="0"/>
                                            </p:txEl>
                                          </p:spTgt>
                                        </p:tgtEl>
                                        <p:attrNameLst>
                                          <p:attrName>ppt_y</p:attrName>
                                        </p:attrNameLst>
                                      </p:cBhvr>
                                      <p:tavLst>
                                        <p:tav tm="0">
                                          <p:val>
                                            <p:strVal val="#ppt_y+.1"/>
                                          </p:val>
                                        </p:tav>
                                        <p:tav tm="100000">
                                          <p:val>
                                            <p:strVal val="#ppt_y"/>
                                          </p:val>
                                        </p:tav>
                                      </p:tavLst>
                                    </p:anim>
                                  </p:childTnLst>
                                </p:cTn>
                              </p:par>
                              <p:par>
                                <p:cTn id="83" presetID="42" presetClass="entr" presetSubtype="0" fill="hold" nodeType="withEffect">
                                  <p:stCondLst>
                                    <p:cond delay="0"/>
                                  </p:stCondLst>
                                  <p:childTnLst>
                                    <p:set>
                                      <p:cBhvr>
                                        <p:cTn id="84" dur="1" fill="hold">
                                          <p:stCondLst>
                                            <p:cond delay="0"/>
                                          </p:stCondLst>
                                        </p:cTn>
                                        <p:tgtEl>
                                          <p:spTgt spid="31">
                                            <p:txEl>
                                              <p:pRg st="1" end="1"/>
                                            </p:txEl>
                                          </p:spTgt>
                                        </p:tgtEl>
                                        <p:attrNameLst>
                                          <p:attrName>style.visibility</p:attrName>
                                        </p:attrNameLst>
                                      </p:cBhvr>
                                      <p:to>
                                        <p:strVal val="visible"/>
                                      </p:to>
                                    </p:set>
                                    <p:animEffect transition="in" filter="fade">
                                      <p:cBhvr>
                                        <p:cTn id="85" dur="1000"/>
                                        <p:tgtEl>
                                          <p:spTgt spid="31">
                                            <p:txEl>
                                              <p:pRg st="1" end="1"/>
                                            </p:txEl>
                                          </p:spTgt>
                                        </p:tgtEl>
                                      </p:cBhvr>
                                    </p:animEffect>
                                    <p:anim calcmode="lin" valueType="num">
                                      <p:cBhvr>
                                        <p:cTn id="86" dur="1000" fill="hold"/>
                                        <p:tgtEl>
                                          <p:spTgt spid="31">
                                            <p:txEl>
                                              <p:pRg st="1" end="1"/>
                                            </p:txEl>
                                          </p:spTgt>
                                        </p:tgtEl>
                                        <p:attrNameLst>
                                          <p:attrName>ppt_x</p:attrName>
                                        </p:attrNameLst>
                                      </p:cBhvr>
                                      <p:tavLst>
                                        <p:tav tm="0">
                                          <p:val>
                                            <p:strVal val="#ppt_x"/>
                                          </p:val>
                                        </p:tav>
                                        <p:tav tm="100000">
                                          <p:val>
                                            <p:strVal val="#ppt_x"/>
                                          </p:val>
                                        </p:tav>
                                      </p:tavLst>
                                    </p:anim>
                                    <p:anim calcmode="lin" valueType="num">
                                      <p:cBhvr>
                                        <p:cTn id="87" dur="1000" fill="hold"/>
                                        <p:tgtEl>
                                          <p:spTgt spid="31">
                                            <p:txEl>
                                              <p:pRg st="1" end="1"/>
                                            </p:txEl>
                                          </p:spTgt>
                                        </p:tgtEl>
                                        <p:attrNameLst>
                                          <p:attrName>ppt_y</p:attrName>
                                        </p:attrNameLst>
                                      </p:cBhvr>
                                      <p:tavLst>
                                        <p:tav tm="0">
                                          <p:val>
                                            <p:strVal val="#ppt_y+.1"/>
                                          </p:val>
                                        </p:tav>
                                        <p:tav tm="100000">
                                          <p:val>
                                            <p:strVal val="#ppt_y"/>
                                          </p:val>
                                        </p:tav>
                                      </p:tavLst>
                                    </p:anim>
                                  </p:childTnLst>
                                </p:cTn>
                              </p:par>
                              <p:par>
                                <p:cTn id="88" presetID="42" presetClass="entr" presetSubtype="0" fill="hold" nodeType="withEffect">
                                  <p:stCondLst>
                                    <p:cond delay="0"/>
                                  </p:stCondLst>
                                  <p:childTnLst>
                                    <p:set>
                                      <p:cBhvr>
                                        <p:cTn id="89" dur="1" fill="hold">
                                          <p:stCondLst>
                                            <p:cond delay="0"/>
                                          </p:stCondLst>
                                        </p:cTn>
                                        <p:tgtEl>
                                          <p:spTgt spid="31">
                                            <p:txEl>
                                              <p:pRg st="2" end="2"/>
                                            </p:txEl>
                                          </p:spTgt>
                                        </p:tgtEl>
                                        <p:attrNameLst>
                                          <p:attrName>style.visibility</p:attrName>
                                        </p:attrNameLst>
                                      </p:cBhvr>
                                      <p:to>
                                        <p:strVal val="visible"/>
                                      </p:to>
                                    </p:set>
                                    <p:animEffect transition="in" filter="fade">
                                      <p:cBhvr>
                                        <p:cTn id="90" dur="1000"/>
                                        <p:tgtEl>
                                          <p:spTgt spid="31">
                                            <p:txEl>
                                              <p:pRg st="2" end="2"/>
                                            </p:txEl>
                                          </p:spTgt>
                                        </p:tgtEl>
                                      </p:cBhvr>
                                    </p:animEffect>
                                    <p:anim calcmode="lin" valueType="num">
                                      <p:cBhvr>
                                        <p:cTn id="91" dur="1000" fill="hold"/>
                                        <p:tgtEl>
                                          <p:spTgt spid="31">
                                            <p:txEl>
                                              <p:pRg st="2" end="2"/>
                                            </p:txEl>
                                          </p:spTgt>
                                        </p:tgtEl>
                                        <p:attrNameLst>
                                          <p:attrName>ppt_x</p:attrName>
                                        </p:attrNameLst>
                                      </p:cBhvr>
                                      <p:tavLst>
                                        <p:tav tm="0">
                                          <p:val>
                                            <p:strVal val="#ppt_x"/>
                                          </p:val>
                                        </p:tav>
                                        <p:tav tm="100000">
                                          <p:val>
                                            <p:strVal val="#ppt_x"/>
                                          </p:val>
                                        </p:tav>
                                      </p:tavLst>
                                    </p:anim>
                                    <p:anim calcmode="lin" valueType="num">
                                      <p:cBhvr>
                                        <p:cTn id="92" dur="1000" fill="hold"/>
                                        <p:tgtEl>
                                          <p:spTgt spid="31">
                                            <p:txEl>
                                              <p:pRg st="2" end="2"/>
                                            </p:txEl>
                                          </p:spTgt>
                                        </p:tgtEl>
                                        <p:attrNameLst>
                                          <p:attrName>ppt_y</p:attrName>
                                        </p:attrNameLst>
                                      </p:cBhvr>
                                      <p:tavLst>
                                        <p:tav tm="0">
                                          <p:val>
                                            <p:strVal val="#ppt_y+.1"/>
                                          </p:val>
                                        </p:tav>
                                        <p:tav tm="100000">
                                          <p:val>
                                            <p:strVal val="#ppt_y"/>
                                          </p:val>
                                        </p:tav>
                                      </p:tavLst>
                                    </p:anim>
                                  </p:childTnLst>
                                </p:cTn>
                              </p:par>
                              <p:par>
                                <p:cTn id="93" presetID="42" presetClass="entr" presetSubtype="0" fill="hold" nodeType="withEffect">
                                  <p:stCondLst>
                                    <p:cond delay="0"/>
                                  </p:stCondLst>
                                  <p:childTnLst>
                                    <p:set>
                                      <p:cBhvr>
                                        <p:cTn id="94" dur="1" fill="hold">
                                          <p:stCondLst>
                                            <p:cond delay="0"/>
                                          </p:stCondLst>
                                        </p:cTn>
                                        <p:tgtEl>
                                          <p:spTgt spid="31">
                                            <p:txEl>
                                              <p:pRg st="3" end="3"/>
                                            </p:txEl>
                                          </p:spTgt>
                                        </p:tgtEl>
                                        <p:attrNameLst>
                                          <p:attrName>style.visibility</p:attrName>
                                        </p:attrNameLst>
                                      </p:cBhvr>
                                      <p:to>
                                        <p:strVal val="visible"/>
                                      </p:to>
                                    </p:set>
                                    <p:animEffect transition="in" filter="fade">
                                      <p:cBhvr>
                                        <p:cTn id="95" dur="1000"/>
                                        <p:tgtEl>
                                          <p:spTgt spid="31">
                                            <p:txEl>
                                              <p:pRg st="3" end="3"/>
                                            </p:txEl>
                                          </p:spTgt>
                                        </p:tgtEl>
                                      </p:cBhvr>
                                    </p:animEffect>
                                    <p:anim calcmode="lin" valueType="num">
                                      <p:cBhvr>
                                        <p:cTn id="96" dur="1000" fill="hold"/>
                                        <p:tgtEl>
                                          <p:spTgt spid="31">
                                            <p:txEl>
                                              <p:pRg st="3" end="3"/>
                                            </p:txEl>
                                          </p:spTgt>
                                        </p:tgtEl>
                                        <p:attrNameLst>
                                          <p:attrName>ppt_x</p:attrName>
                                        </p:attrNameLst>
                                      </p:cBhvr>
                                      <p:tavLst>
                                        <p:tav tm="0">
                                          <p:val>
                                            <p:strVal val="#ppt_x"/>
                                          </p:val>
                                        </p:tav>
                                        <p:tav tm="100000">
                                          <p:val>
                                            <p:strVal val="#ppt_x"/>
                                          </p:val>
                                        </p:tav>
                                      </p:tavLst>
                                    </p:anim>
                                    <p:anim calcmode="lin" valueType="num">
                                      <p:cBhvr>
                                        <p:cTn id="97" dur="1000" fill="hold"/>
                                        <p:tgtEl>
                                          <p:spTgt spid="31">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98" fill="hold">
                      <p:stCondLst>
                        <p:cond delay="indefinite"/>
                      </p:stCondLst>
                      <p:childTnLst>
                        <p:par>
                          <p:cTn id="99" fill="hold">
                            <p:stCondLst>
                              <p:cond delay="0"/>
                            </p:stCondLst>
                            <p:childTnLst>
                              <p:par>
                                <p:cTn id="100" presetID="1" presetClass="entr" presetSubtype="0" fill="hold" grpId="0" nodeType="clickEffect">
                                  <p:stCondLst>
                                    <p:cond delay="0"/>
                                  </p:stCondLst>
                                  <p:childTnLst>
                                    <p:set>
                                      <p:cBhvr>
                                        <p:cTn id="101" dur="1" fill="hold">
                                          <p:stCondLst>
                                            <p:cond delay="0"/>
                                          </p:stCondLst>
                                        </p:cTn>
                                        <p:tgtEl>
                                          <p:spTgt spid="32"/>
                                        </p:tgtEl>
                                        <p:attrNameLst>
                                          <p:attrName>style.visibility</p:attrName>
                                        </p:attrNameLst>
                                      </p:cBhvr>
                                      <p:to>
                                        <p:strVal val="visible"/>
                                      </p:to>
                                    </p:set>
                                  </p:childTnLst>
                                </p:cTn>
                              </p:par>
                              <p:par>
                                <p:cTn id="102" presetID="1" presetClass="entr" presetSubtype="0" fill="hold" grpId="0" nodeType="withEffect">
                                  <p:stCondLst>
                                    <p:cond delay="0"/>
                                  </p:stCondLst>
                                  <p:childTnLst>
                                    <p:set>
                                      <p:cBhvr>
                                        <p:cTn id="103" dur="1" fill="hold">
                                          <p:stCondLst>
                                            <p:cond delay="0"/>
                                          </p:stCondLst>
                                        </p:cTn>
                                        <p:tgtEl>
                                          <p:spTgt spid="33"/>
                                        </p:tgtEl>
                                        <p:attrNameLst>
                                          <p:attrName>style.visibility</p:attrName>
                                        </p:attrNameLst>
                                      </p:cBhvr>
                                      <p:to>
                                        <p:strVal val="visible"/>
                                      </p:to>
                                    </p:set>
                                  </p:childTnLst>
                                </p:cTn>
                              </p:par>
                              <p:par>
                                <p:cTn id="104" presetID="1" presetClass="entr" presetSubtype="0" fill="hold" grpId="0" nodeType="withEffect">
                                  <p:stCondLst>
                                    <p:cond delay="0"/>
                                  </p:stCondLst>
                                  <p:childTnLst>
                                    <p:set>
                                      <p:cBhvr>
                                        <p:cTn id="105" dur="1" fill="hold">
                                          <p:stCondLst>
                                            <p:cond delay="0"/>
                                          </p:stCondLst>
                                        </p:cTn>
                                        <p:tgtEl>
                                          <p:spTgt spid="36"/>
                                        </p:tgtEl>
                                        <p:attrNameLst>
                                          <p:attrName>style.visibility</p:attrName>
                                        </p:attrNameLst>
                                      </p:cBhvr>
                                      <p:to>
                                        <p:strVal val="visible"/>
                                      </p:to>
                                    </p:set>
                                  </p:childTnLst>
                                </p:cTn>
                              </p:par>
                              <p:par>
                                <p:cTn id="106" presetID="1" presetClass="entr" presetSubtype="0" fill="hold" grpId="0" nodeType="withEffect">
                                  <p:stCondLst>
                                    <p:cond delay="0"/>
                                  </p:stCondLst>
                                  <p:childTnLst>
                                    <p:set>
                                      <p:cBhvr>
                                        <p:cTn id="107" dur="1" fill="hold">
                                          <p:stCondLst>
                                            <p:cond delay="0"/>
                                          </p:stCondLst>
                                        </p:cTn>
                                        <p:tgtEl>
                                          <p:spTgt spid="3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9" grpId="0"/>
      <p:bldP spid="13" grpId="0"/>
      <p:bldP spid="14" grpId="0"/>
      <p:bldP spid="15" grpId="0"/>
      <p:bldP spid="20" grpId="0"/>
      <p:bldP spid="28" grpId="0"/>
      <p:bldP spid="29" grpId="0"/>
      <p:bldP spid="30" grpId="0"/>
      <p:bldP spid="32" grpId="0"/>
      <p:bldP spid="33" grpId="0"/>
      <p:bldP spid="36" grpId="0" animBg="1"/>
      <p:bldP spid="37"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D58E31-9692-BE45-67FC-33A9785142BF}"/>
              </a:ext>
            </a:extLst>
          </p:cNvPr>
          <p:cNvSpPr>
            <a:spLocks noGrp="1"/>
          </p:cNvSpPr>
          <p:nvPr>
            <p:ph type="title"/>
          </p:nvPr>
        </p:nvSpPr>
        <p:spPr/>
        <p:txBody>
          <a:bodyPr/>
          <a:lstStyle/>
          <a:p>
            <a:r>
              <a:rPr lang="en-CA" dirty="0"/>
              <a:t>SPI Example:</a:t>
            </a:r>
          </a:p>
        </p:txBody>
      </p:sp>
      <p:pic>
        <p:nvPicPr>
          <p:cNvPr id="7170" name="Picture 2">
            <a:extLst>
              <a:ext uri="{FF2B5EF4-FFF2-40B4-BE49-F238E27FC236}">
                <a16:creationId xmlns:a16="http://schemas.microsoft.com/office/drawing/2014/main" id="{F7AC5384-356C-9F76-CFEE-B94703E07268}"/>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3853997" y="682826"/>
            <a:ext cx="6034331" cy="5129182"/>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D4657823-7985-9C31-5543-8AE9FE5BB737}"/>
              </a:ext>
            </a:extLst>
          </p:cNvPr>
          <p:cNvSpPr txBox="1"/>
          <p:nvPr/>
        </p:nvSpPr>
        <p:spPr>
          <a:xfrm>
            <a:off x="2568102" y="5972252"/>
            <a:ext cx="8785698" cy="369332"/>
          </a:xfrm>
          <a:prstGeom prst="rect">
            <a:avLst/>
          </a:prstGeom>
          <a:noFill/>
        </p:spPr>
        <p:txBody>
          <a:bodyPr wrap="square">
            <a:spAutoFit/>
          </a:bodyPr>
          <a:lstStyle/>
          <a:p>
            <a:r>
              <a:rPr lang="en-CA" dirty="0"/>
              <a:t>https://learn.sparkfun.com/tutorials/serial-peripheral-interface-spi/all</a:t>
            </a:r>
          </a:p>
        </p:txBody>
      </p:sp>
      <p:sp>
        <p:nvSpPr>
          <p:cNvPr id="6" name="TextBox 5">
            <a:extLst>
              <a:ext uri="{FF2B5EF4-FFF2-40B4-BE49-F238E27FC236}">
                <a16:creationId xmlns:a16="http://schemas.microsoft.com/office/drawing/2014/main" id="{09C1EDDD-7A5E-9B42-372B-D181E8AA23B2}"/>
              </a:ext>
            </a:extLst>
          </p:cNvPr>
          <p:cNvSpPr txBox="1"/>
          <p:nvPr/>
        </p:nvSpPr>
        <p:spPr>
          <a:xfrm>
            <a:off x="350195" y="2308670"/>
            <a:ext cx="2438400" cy="1200329"/>
          </a:xfrm>
          <a:prstGeom prst="rect">
            <a:avLst/>
          </a:prstGeom>
          <a:noFill/>
        </p:spPr>
        <p:txBody>
          <a:bodyPr wrap="square" rtlCol="0">
            <a:spAutoFit/>
          </a:bodyPr>
          <a:lstStyle/>
          <a:p>
            <a:r>
              <a:rPr lang="en-CA" i="1" dirty="0"/>
              <a:t>NOTE: As shown here, there are various names used for same thing</a:t>
            </a:r>
          </a:p>
        </p:txBody>
      </p:sp>
      <p:cxnSp>
        <p:nvCxnSpPr>
          <p:cNvPr id="8" name="Straight Arrow Connector 7">
            <a:extLst>
              <a:ext uri="{FF2B5EF4-FFF2-40B4-BE49-F238E27FC236}">
                <a16:creationId xmlns:a16="http://schemas.microsoft.com/office/drawing/2014/main" id="{DC1FE0E4-09FC-84F3-E540-DF1125708BF3}"/>
              </a:ext>
            </a:extLst>
          </p:cNvPr>
          <p:cNvCxnSpPr/>
          <p:nvPr/>
        </p:nvCxnSpPr>
        <p:spPr>
          <a:xfrm>
            <a:off x="2632953" y="2483796"/>
            <a:ext cx="1595336" cy="945204"/>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9" name="TextBox 8">
            <a:extLst>
              <a:ext uri="{FF2B5EF4-FFF2-40B4-BE49-F238E27FC236}">
                <a16:creationId xmlns:a16="http://schemas.microsoft.com/office/drawing/2014/main" id="{05417CDB-8022-DFB9-BE66-A970C31E4363}"/>
              </a:ext>
            </a:extLst>
          </p:cNvPr>
          <p:cNvSpPr txBox="1"/>
          <p:nvPr/>
        </p:nvSpPr>
        <p:spPr>
          <a:xfrm>
            <a:off x="1569395" y="3409544"/>
            <a:ext cx="2438400" cy="369332"/>
          </a:xfrm>
          <a:prstGeom prst="rect">
            <a:avLst/>
          </a:prstGeom>
          <a:noFill/>
        </p:spPr>
        <p:txBody>
          <a:bodyPr wrap="square" rtlCol="0">
            <a:spAutoFit/>
          </a:bodyPr>
          <a:lstStyle/>
          <a:p>
            <a:r>
              <a:rPr lang="en-CA" b="1" dirty="0"/>
              <a:t>COPI = PICO = MOSI</a:t>
            </a:r>
          </a:p>
        </p:txBody>
      </p:sp>
      <p:sp>
        <p:nvSpPr>
          <p:cNvPr id="10" name="TextBox 9">
            <a:extLst>
              <a:ext uri="{FF2B5EF4-FFF2-40B4-BE49-F238E27FC236}">
                <a16:creationId xmlns:a16="http://schemas.microsoft.com/office/drawing/2014/main" id="{74A049C9-BC9F-DFF8-D02E-58571881A941}"/>
              </a:ext>
            </a:extLst>
          </p:cNvPr>
          <p:cNvSpPr txBox="1"/>
          <p:nvPr/>
        </p:nvSpPr>
        <p:spPr>
          <a:xfrm>
            <a:off x="1575880" y="4376864"/>
            <a:ext cx="2438400" cy="369332"/>
          </a:xfrm>
          <a:prstGeom prst="rect">
            <a:avLst/>
          </a:prstGeom>
          <a:noFill/>
        </p:spPr>
        <p:txBody>
          <a:bodyPr wrap="square" rtlCol="0">
            <a:spAutoFit/>
          </a:bodyPr>
          <a:lstStyle/>
          <a:p>
            <a:r>
              <a:rPr lang="en-CA" b="1" dirty="0"/>
              <a:t>CIPO = POCI = MISO</a:t>
            </a:r>
          </a:p>
        </p:txBody>
      </p:sp>
    </p:spTree>
    <p:extLst>
      <p:ext uri="{BB962C8B-B14F-4D97-AF65-F5344CB8AC3E}">
        <p14:creationId xmlns:p14="http://schemas.microsoft.com/office/powerpoint/2010/main" val="232973338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6671DA-FAA0-9B88-3644-CE5726C26593}"/>
              </a:ext>
            </a:extLst>
          </p:cNvPr>
          <p:cNvSpPr>
            <a:spLocks noGrp="1"/>
          </p:cNvSpPr>
          <p:nvPr>
            <p:ph type="title"/>
          </p:nvPr>
        </p:nvSpPr>
        <p:spPr/>
        <p:txBody>
          <a:bodyPr/>
          <a:lstStyle/>
          <a:p>
            <a:r>
              <a:rPr lang="en-CA" dirty="0"/>
              <a:t>SPI Parameters</a:t>
            </a:r>
          </a:p>
        </p:txBody>
      </p:sp>
      <p:sp>
        <p:nvSpPr>
          <p:cNvPr id="3" name="Content Placeholder 2">
            <a:extLst>
              <a:ext uri="{FF2B5EF4-FFF2-40B4-BE49-F238E27FC236}">
                <a16:creationId xmlns:a16="http://schemas.microsoft.com/office/drawing/2014/main" id="{F2D41C37-9683-032E-5A95-C0D7E514D7C7}"/>
              </a:ext>
            </a:extLst>
          </p:cNvPr>
          <p:cNvSpPr>
            <a:spLocks noGrp="1"/>
          </p:cNvSpPr>
          <p:nvPr>
            <p:ph idx="1"/>
          </p:nvPr>
        </p:nvSpPr>
        <p:spPr/>
        <p:txBody>
          <a:bodyPr/>
          <a:lstStyle/>
          <a:p>
            <a:pPr marL="0" indent="0">
              <a:buNone/>
            </a:pPr>
            <a:r>
              <a:rPr lang="en-CA" dirty="0"/>
              <a:t>Common:</a:t>
            </a:r>
          </a:p>
          <a:p>
            <a:r>
              <a:rPr lang="en-CA" dirty="0"/>
              <a:t>Baud rate (frequency)</a:t>
            </a:r>
          </a:p>
          <a:p>
            <a:r>
              <a:rPr lang="en-CA" dirty="0"/>
              <a:t>Mode</a:t>
            </a:r>
          </a:p>
          <a:p>
            <a:endParaRPr lang="en-CA" dirty="0"/>
          </a:p>
          <a:p>
            <a:endParaRPr lang="en-CA" dirty="0"/>
          </a:p>
          <a:p>
            <a:pPr marL="0" indent="0">
              <a:buNone/>
            </a:pPr>
            <a:r>
              <a:rPr lang="en-CA" dirty="0"/>
              <a:t>(Much) Less Common:</a:t>
            </a:r>
          </a:p>
          <a:p>
            <a:r>
              <a:rPr lang="en-CA" dirty="0"/>
              <a:t>Bits per character (</a:t>
            </a:r>
            <a:r>
              <a:rPr lang="en-CA" i="1" dirty="0"/>
              <a:t>almost</a:t>
            </a:r>
            <a:r>
              <a:rPr lang="en-CA" dirty="0"/>
              <a:t> always 8)</a:t>
            </a:r>
          </a:p>
        </p:txBody>
      </p:sp>
    </p:spTree>
    <p:extLst>
      <p:ext uri="{BB962C8B-B14F-4D97-AF65-F5344CB8AC3E}">
        <p14:creationId xmlns:p14="http://schemas.microsoft.com/office/powerpoint/2010/main" val="212163540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0CA6E1-2F3F-CED8-6594-01141B20275E}"/>
              </a:ext>
            </a:extLst>
          </p:cNvPr>
          <p:cNvSpPr>
            <a:spLocks noGrp="1"/>
          </p:cNvSpPr>
          <p:nvPr>
            <p:ph type="title"/>
          </p:nvPr>
        </p:nvSpPr>
        <p:spPr/>
        <p:txBody>
          <a:bodyPr/>
          <a:lstStyle/>
          <a:p>
            <a:r>
              <a:rPr lang="en-CA" dirty="0"/>
              <a:t>SPI Baud Rates</a:t>
            </a:r>
          </a:p>
        </p:txBody>
      </p:sp>
      <p:sp>
        <p:nvSpPr>
          <p:cNvPr id="3" name="Content Placeholder 2">
            <a:extLst>
              <a:ext uri="{FF2B5EF4-FFF2-40B4-BE49-F238E27FC236}">
                <a16:creationId xmlns:a16="http://schemas.microsoft.com/office/drawing/2014/main" id="{F7360F99-198E-7F4B-D8FB-4B3886ABA4FD}"/>
              </a:ext>
            </a:extLst>
          </p:cNvPr>
          <p:cNvSpPr>
            <a:spLocks noGrp="1"/>
          </p:cNvSpPr>
          <p:nvPr>
            <p:ph idx="1"/>
          </p:nvPr>
        </p:nvSpPr>
        <p:spPr/>
        <p:txBody>
          <a:bodyPr/>
          <a:lstStyle/>
          <a:p>
            <a:r>
              <a:rPr lang="en-CA" dirty="0"/>
              <a:t>Because SPI is synchronous to an included clock, there is no standard baud rate</a:t>
            </a:r>
          </a:p>
          <a:p>
            <a:r>
              <a:rPr lang="en-CA" dirty="0"/>
              <a:t>Typically runs at &gt; 1 MHz (but not guaranteed)</a:t>
            </a:r>
          </a:p>
          <a:p>
            <a:r>
              <a:rPr lang="en-CA" dirty="0"/>
              <a:t>SPI flash chips can run at &gt; 100 MHz, require high speed to get data out quickly!</a:t>
            </a:r>
          </a:p>
        </p:txBody>
      </p:sp>
    </p:spTree>
    <p:extLst>
      <p:ext uri="{BB962C8B-B14F-4D97-AF65-F5344CB8AC3E}">
        <p14:creationId xmlns:p14="http://schemas.microsoft.com/office/powerpoint/2010/main" val="163178546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A6EDCB-C3DE-2C72-183A-2CA089331DE1}"/>
              </a:ext>
            </a:extLst>
          </p:cNvPr>
          <p:cNvSpPr>
            <a:spLocks noGrp="1"/>
          </p:cNvSpPr>
          <p:nvPr>
            <p:ph type="title"/>
          </p:nvPr>
        </p:nvSpPr>
        <p:spPr/>
        <p:txBody>
          <a:bodyPr/>
          <a:lstStyle/>
          <a:p>
            <a:r>
              <a:rPr lang="en-CA" dirty="0"/>
              <a:t>SPI Modes</a:t>
            </a:r>
          </a:p>
        </p:txBody>
      </p:sp>
      <p:pic>
        <p:nvPicPr>
          <p:cNvPr id="9218" name="Picture 2" descr="Diagram of the different SPI Modes and how they relate to clock polarity (CPOL) and clock phase (CPHA)">
            <a:extLst>
              <a:ext uri="{FF2B5EF4-FFF2-40B4-BE49-F238E27FC236}">
                <a16:creationId xmlns:a16="http://schemas.microsoft.com/office/drawing/2014/main" id="{A860B328-8AD8-FE63-0648-310D19207B3E}"/>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3530150" y="1578288"/>
            <a:ext cx="4905190" cy="3143268"/>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7B243776-9CDD-EBCA-F42D-2FDA904A800C}"/>
              </a:ext>
            </a:extLst>
          </p:cNvPr>
          <p:cNvSpPr txBox="1"/>
          <p:nvPr/>
        </p:nvSpPr>
        <p:spPr>
          <a:xfrm>
            <a:off x="2979420" y="4894192"/>
            <a:ext cx="8374380" cy="369332"/>
          </a:xfrm>
          <a:prstGeom prst="rect">
            <a:avLst/>
          </a:prstGeom>
          <a:noFill/>
        </p:spPr>
        <p:txBody>
          <a:bodyPr wrap="square" rtlCol="0">
            <a:spAutoFit/>
          </a:bodyPr>
          <a:lstStyle/>
          <a:p>
            <a:r>
              <a:rPr lang="en-CA" b="1" dirty="0"/>
              <a:t>NOTE</a:t>
            </a:r>
            <a:r>
              <a:rPr lang="en-CA" dirty="0"/>
              <a:t>: CPOL=1 defines also the </a:t>
            </a:r>
            <a:r>
              <a:rPr lang="en-CA" i="1" dirty="0"/>
              <a:t>idle</a:t>
            </a:r>
            <a:r>
              <a:rPr lang="en-CA" dirty="0"/>
              <a:t> state of the clock.</a:t>
            </a:r>
          </a:p>
        </p:txBody>
      </p:sp>
      <p:sp>
        <p:nvSpPr>
          <p:cNvPr id="5" name="TextBox 4">
            <a:extLst>
              <a:ext uri="{FF2B5EF4-FFF2-40B4-BE49-F238E27FC236}">
                <a16:creationId xmlns:a16="http://schemas.microsoft.com/office/drawing/2014/main" id="{D5DB2D57-8872-F045-3F93-8450A0BE4258}"/>
              </a:ext>
            </a:extLst>
          </p:cNvPr>
          <p:cNvSpPr txBox="1"/>
          <p:nvPr/>
        </p:nvSpPr>
        <p:spPr>
          <a:xfrm>
            <a:off x="838200" y="5473054"/>
            <a:ext cx="10866120" cy="923330"/>
          </a:xfrm>
          <a:prstGeom prst="rect">
            <a:avLst/>
          </a:prstGeom>
          <a:noFill/>
        </p:spPr>
        <p:txBody>
          <a:bodyPr wrap="square" rtlCol="0">
            <a:spAutoFit/>
          </a:bodyPr>
          <a:lstStyle/>
          <a:p>
            <a:r>
              <a:rPr lang="en-CA" i="1" dirty="0">
                <a:solidFill>
                  <a:srgbClr val="7030A0"/>
                </a:solidFill>
              </a:rPr>
              <a:t>SIDENOTE on exam/quiz expectations: I would never expect you to memorize these modes – you would always have the reference material available in real life. I’d expect you to remember different modes exist for sampling however, and that you might need to go look up which mode is being used by the device.</a:t>
            </a:r>
          </a:p>
        </p:txBody>
      </p:sp>
    </p:spTree>
    <p:extLst>
      <p:ext uri="{BB962C8B-B14F-4D97-AF65-F5344CB8AC3E}">
        <p14:creationId xmlns:p14="http://schemas.microsoft.com/office/powerpoint/2010/main" val="1761537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 calcmode="lin" valueType="num">
                                      <p:cBhvr additive="base">
                                        <p:cTn id="7" dur="500" fill="hold"/>
                                        <p:tgtEl>
                                          <p:spTgt spid="5">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5">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24A4E4-C449-3C38-1047-643D0855083B}"/>
              </a:ext>
            </a:extLst>
          </p:cNvPr>
          <p:cNvSpPr>
            <a:spLocks noGrp="1"/>
          </p:cNvSpPr>
          <p:nvPr>
            <p:ph type="title"/>
          </p:nvPr>
        </p:nvSpPr>
        <p:spPr/>
        <p:txBody>
          <a:bodyPr/>
          <a:lstStyle/>
          <a:p>
            <a:r>
              <a:rPr lang="en-CA" dirty="0"/>
              <a:t>SPI Packet Format</a:t>
            </a:r>
          </a:p>
        </p:txBody>
      </p:sp>
      <p:sp>
        <p:nvSpPr>
          <p:cNvPr id="3" name="Content Placeholder 2">
            <a:extLst>
              <a:ext uri="{FF2B5EF4-FFF2-40B4-BE49-F238E27FC236}">
                <a16:creationId xmlns:a16="http://schemas.microsoft.com/office/drawing/2014/main" id="{5DBFF54F-F69C-2333-8B60-E7A325428EC1}"/>
              </a:ext>
            </a:extLst>
          </p:cNvPr>
          <p:cNvSpPr>
            <a:spLocks noGrp="1"/>
          </p:cNvSpPr>
          <p:nvPr>
            <p:ph idx="1"/>
          </p:nvPr>
        </p:nvSpPr>
        <p:spPr/>
        <p:txBody>
          <a:bodyPr/>
          <a:lstStyle/>
          <a:p>
            <a:r>
              <a:rPr lang="en-CA" dirty="0"/>
              <a:t>There is </a:t>
            </a:r>
            <a:r>
              <a:rPr lang="en-CA" i="1" dirty="0"/>
              <a:t>no</a:t>
            </a:r>
            <a:r>
              <a:rPr lang="en-CA" dirty="0"/>
              <a:t> standard format for data itself.</a:t>
            </a:r>
          </a:p>
        </p:txBody>
      </p:sp>
    </p:spTree>
    <p:extLst>
      <p:ext uri="{BB962C8B-B14F-4D97-AF65-F5344CB8AC3E}">
        <p14:creationId xmlns:p14="http://schemas.microsoft.com/office/powerpoint/2010/main" val="119451714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5C0168-4F1F-81D3-66A0-70EA520E767F}"/>
              </a:ext>
            </a:extLst>
          </p:cNvPr>
          <p:cNvSpPr>
            <a:spLocks noGrp="1"/>
          </p:cNvSpPr>
          <p:nvPr>
            <p:ph type="title"/>
          </p:nvPr>
        </p:nvSpPr>
        <p:spPr/>
        <p:txBody>
          <a:bodyPr/>
          <a:lstStyle/>
          <a:p>
            <a:r>
              <a:rPr lang="en-CA" dirty="0"/>
              <a:t>Example: SPI Flash Chip 1</a:t>
            </a:r>
          </a:p>
        </p:txBody>
      </p:sp>
      <p:pic>
        <p:nvPicPr>
          <p:cNvPr id="5" name="Picture 4">
            <a:extLst>
              <a:ext uri="{FF2B5EF4-FFF2-40B4-BE49-F238E27FC236}">
                <a16:creationId xmlns:a16="http://schemas.microsoft.com/office/drawing/2014/main" id="{E67D053D-5EE9-C8A4-2BE5-19045407D345}"/>
              </a:ext>
            </a:extLst>
          </p:cNvPr>
          <p:cNvPicPr>
            <a:picLocks noChangeAspect="1"/>
          </p:cNvPicPr>
          <p:nvPr/>
        </p:nvPicPr>
        <p:blipFill>
          <a:blip r:embed="rId2"/>
          <a:stretch>
            <a:fillRect/>
          </a:stretch>
        </p:blipFill>
        <p:spPr>
          <a:xfrm>
            <a:off x="0" y="1483164"/>
            <a:ext cx="12192000" cy="4606901"/>
          </a:xfrm>
          <a:prstGeom prst="rect">
            <a:avLst/>
          </a:prstGeom>
        </p:spPr>
      </p:pic>
      <p:sp>
        <p:nvSpPr>
          <p:cNvPr id="7" name="TextBox 6">
            <a:extLst>
              <a:ext uri="{FF2B5EF4-FFF2-40B4-BE49-F238E27FC236}">
                <a16:creationId xmlns:a16="http://schemas.microsoft.com/office/drawing/2014/main" id="{C5374A16-FDBD-A84E-A46F-E5498E18F678}"/>
              </a:ext>
            </a:extLst>
          </p:cNvPr>
          <p:cNvSpPr txBox="1"/>
          <p:nvPr/>
        </p:nvSpPr>
        <p:spPr>
          <a:xfrm>
            <a:off x="402077" y="6192213"/>
            <a:ext cx="11582400" cy="369332"/>
          </a:xfrm>
          <a:prstGeom prst="rect">
            <a:avLst/>
          </a:prstGeom>
          <a:noFill/>
        </p:spPr>
        <p:txBody>
          <a:bodyPr wrap="square">
            <a:spAutoFit/>
          </a:bodyPr>
          <a:lstStyle/>
          <a:p>
            <a:r>
              <a:rPr lang="en-CA" dirty="0"/>
              <a:t>https://www.macronix.com/Lists/Datasheet/Attachments/8800/MX25L25773G,%203V,%20256Mb,%20v1.0.pdf</a:t>
            </a:r>
          </a:p>
        </p:txBody>
      </p:sp>
    </p:spTree>
    <p:extLst>
      <p:ext uri="{BB962C8B-B14F-4D97-AF65-F5344CB8AC3E}">
        <p14:creationId xmlns:p14="http://schemas.microsoft.com/office/powerpoint/2010/main" val="283124533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5C0168-4F1F-81D3-66A0-70EA520E767F}"/>
              </a:ext>
            </a:extLst>
          </p:cNvPr>
          <p:cNvSpPr>
            <a:spLocks noGrp="1"/>
          </p:cNvSpPr>
          <p:nvPr>
            <p:ph type="title"/>
          </p:nvPr>
        </p:nvSpPr>
        <p:spPr/>
        <p:txBody>
          <a:bodyPr/>
          <a:lstStyle/>
          <a:p>
            <a:r>
              <a:rPr lang="en-CA" dirty="0"/>
              <a:t>Example: SPI Flash Chip 2</a:t>
            </a:r>
          </a:p>
        </p:txBody>
      </p:sp>
      <p:pic>
        <p:nvPicPr>
          <p:cNvPr id="4" name="Picture 3">
            <a:extLst>
              <a:ext uri="{FF2B5EF4-FFF2-40B4-BE49-F238E27FC236}">
                <a16:creationId xmlns:a16="http://schemas.microsoft.com/office/drawing/2014/main" id="{617D9B8F-D3C4-C30C-2F63-5749C78E0CF3}"/>
              </a:ext>
            </a:extLst>
          </p:cNvPr>
          <p:cNvPicPr>
            <a:picLocks noChangeAspect="1"/>
          </p:cNvPicPr>
          <p:nvPr/>
        </p:nvPicPr>
        <p:blipFill>
          <a:blip r:embed="rId2"/>
          <a:stretch>
            <a:fillRect/>
          </a:stretch>
        </p:blipFill>
        <p:spPr>
          <a:xfrm>
            <a:off x="660346" y="1369051"/>
            <a:ext cx="11173514" cy="4857425"/>
          </a:xfrm>
          <a:prstGeom prst="rect">
            <a:avLst/>
          </a:prstGeom>
        </p:spPr>
      </p:pic>
      <p:sp>
        <p:nvSpPr>
          <p:cNvPr id="7" name="TextBox 6">
            <a:extLst>
              <a:ext uri="{FF2B5EF4-FFF2-40B4-BE49-F238E27FC236}">
                <a16:creationId xmlns:a16="http://schemas.microsoft.com/office/drawing/2014/main" id="{0D839BE9-8AB8-D9CA-944C-DC82385356D8}"/>
              </a:ext>
            </a:extLst>
          </p:cNvPr>
          <p:cNvSpPr txBox="1"/>
          <p:nvPr/>
        </p:nvSpPr>
        <p:spPr>
          <a:xfrm>
            <a:off x="660346" y="6123543"/>
            <a:ext cx="11173513" cy="369332"/>
          </a:xfrm>
          <a:prstGeom prst="rect">
            <a:avLst/>
          </a:prstGeom>
          <a:noFill/>
        </p:spPr>
        <p:txBody>
          <a:bodyPr wrap="square">
            <a:spAutoFit/>
          </a:bodyPr>
          <a:lstStyle/>
          <a:p>
            <a:r>
              <a:rPr lang="en-CA" dirty="0"/>
              <a:t>https://www.macronix.com/Lists/Datasheet/Attachments/8800/MX25L25773G,%203V,%20256Mb,%20v1.0.pdf</a:t>
            </a:r>
          </a:p>
        </p:txBody>
      </p:sp>
    </p:spTree>
    <p:extLst>
      <p:ext uri="{BB962C8B-B14F-4D97-AF65-F5344CB8AC3E}">
        <p14:creationId xmlns:p14="http://schemas.microsoft.com/office/powerpoint/2010/main" val="395100125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07F11B-DC79-35E2-A457-85869620E087}"/>
              </a:ext>
            </a:extLst>
          </p:cNvPr>
          <p:cNvSpPr>
            <a:spLocks noGrp="1"/>
          </p:cNvSpPr>
          <p:nvPr>
            <p:ph type="title"/>
          </p:nvPr>
        </p:nvSpPr>
        <p:spPr/>
        <p:txBody>
          <a:bodyPr/>
          <a:lstStyle/>
          <a:p>
            <a:r>
              <a:rPr lang="en-CA" dirty="0"/>
              <a:t>Example: SPI Peripheral Chip Write</a:t>
            </a:r>
          </a:p>
        </p:txBody>
      </p:sp>
      <p:pic>
        <p:nvPicPr>
          <p:cNvPr id="7" name="Picture 6">
            <a:extLst>
              <a:ext uri="{FF2B5EF4-FFF2-40B4-BE49-F238E27FC236}">
                <a16:creationId xmlns:a16="http://schemas.microsoft.com/office/drawing/2014/main" id="{9EA035C6-C16C-914E-A60B-A82C4F0E648F}"/>
              </a:ext>
            </a:extLst>
          </p:cNvPr>
          <p:cNvPicPr>
            <a:picLocks noChangeAspect="1"/>
          </p:cNvPicPr>
          <p:nvPr/>
        </p:nvPicPr>
        <p:blipFill>
          <a:blip r:embed="rId2"/>
          <a:stretch>
            <a:fillRect/>
          </a:stretch>
        </p:blipFill>
        <p:spPr>
          <a:xfrm>
            <a:off x="516320" y="1690688"/>
            <a:ext cx="10964805" cy="4458322"/>
          </a:xfrm>
          <a:prstGeom prst="rect">
            <a:avLst/>
          </a:prstGeom>
        </p:spPr>
      </p:pic>
      <p:sp>
        <p:nvSpPr>
          <p:cNvPr id="9" name="TextBox 8">
            <a:extLst>
              <a:ext uri="{FF2B5EF4-FFF2-40B4-BE49-F238E27FC236}">
                <a16:creationId xmlns:a16="http://schemas.microsoft.com/office/drawing/2014/main" id="{8A6B2488-DED5-A00C-B02F-070521BD6A91}"/>
              </a:ext>
            </a:extLst>
          </p:cNvPr>
          <p:cNvSpPr txBox="1"/>
          <p:nvPr/>
        </p:nvSpPr>
        <p:spPr>
          <a:xfrm>
            <a:off x="1018162" y="5825844"/>
            <a:ext cx="10964804" cy="369332"/>
          </a:xfrm>
          <a:prstGeom prst="rect">
            <a:avLst/>
          </a:prstGeom>
          <a:noFill/>
        </p:spPr>
        <p:txBody>
          <a:bodyPr wrap="square">
            <a:spAutoFit/>
          </a:bodyPr>
          <a:lstStyle/>
          <a:p>
            <a:r>
              <a:rPr lang="en-CA" dirty="0"/>
              <a:t>https://ww1.microchip.com/downloads/en/devicedoc/atmel-42415-wireless-at86rf215_datasheet.pdf</a:t>
            </a:r>
          </a:p>
        </p:txBody>
      </p:sp>
    </p:spTree>
    <p:extLst>
      <p:ext uri="{BB962C8B-B14F-4D97-AF65-F5344CB8AC3E}">
        <p14:creationId xmlns:p14="http://schemas.microsoft.com/office/powerpoint/2010/main" val="4681780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07F11B-DC79-35E2-A457-85869620E087}"/>
              </a:ext>
            </a:extLst>
          </p:cNvPr>
          <p:cNvSpPr>
            <a:spLocks noGrp="1"/>
          </p:cNvSpPr>
          <p:nvPr>
            <p:ph type="title"/>
          </p:nvPr>
        </p:nvSpPr>
        <p:spPr/>
        <p:txBody>
          <a:bodyPr/>
          <a:lstStyle/>
          <a:p>
            <a:r>
              <a:rPr lang="en-CA" dirty="0"/>
              <a:t>Example: SPI Peripheral Chip Read</a:t>
            </a:r>
          </a:p>
        </p:txBody>
      </p:sp>
      <p:sp>
        <p:nvSpPr>
          <p:cNvPr id="3" name="TextBox 2">
            <a:extLst>
              <a:ext uri="{FF2B5EF4-FFF2-40B4-BE49-F238E27FC236}">
                <a16:creationId xmlns:a16="http://schemas.microsoft.com/office/drawing/2014/main" id="{FAFD5115-4898-2D6B-4795-ACA459572838}"/>
              </a:ext>
            </a:extLst>
          </p:cNvPr>
          <p:cNvSpPr txBox="1"/>
          <p:nvPr/>
        </p:nvSpPr>
        <p:spPr>
          <a:xfrm>
            <a:off x="1018162" y="5825844"/>
            <a:ext cx="10964804" cy="369332"/>
          </a:xfrm>
          <a:prstGeom prst="rect">
            <a:avLst/>
          </a:prstGeom>
          <a:noFill/>
        </p:spPr>
        <p:txBody>
          <a:bodyPr wrap="square">
            <a:spAutoFit/>
          </a:bodyPr>
          <a:lstStyle/>
          <a:p>
            <a:r>
              <a:rPr lang="en-CA" dirty="0"/>
              <a:t>https://ww1.microchip.com/downloads/en/devicedoc/atmel-42415-wireless-at86rf215_datasheet.pdf</a:t>
            </a:r>
          </a:p>
        </p:txBody>
      </p:sp>
      <p:pic>
        <p:nvPicPr>
          <p:cNvPr id="5" name="Picture 4">
            <a:extLst>
              <a:ext uri="{FF2B5EF4-FFF2-40B4-BE49-F238E27FC236}">
                <a16:creationId xmlns:a16="http://schemas.microsoft.com/office/drawing/2014/main" id="{196F8F04-9376-3832-1BFE-845596627FD8}"/>
              </a:ext>
            </a:extLst>
          </p:cNvPr>
          <p:cNvPicPr>
            <a:picLocks noChangeAspect="1"/>
          </p:cNvPicPr>
          <p:nvPr/>
        </p:nvPicPr>
        <p:blipFill>
          <a:blip r:embed="rId2"/>
          <a:stretch>
            <a:fillRect/>
          </a:stretch>
        </p:blipFill>
        <p:spPr>
          <a:xfrm>
            <a:off x="722390" y="1614488"/>
            <a:ext cx="10888595" cy="4067743"/>
          </a:xfrm>
          <a:prstGeom prst="rect">
            <a:avLst/>
          </a:prstGeom>
        </p:spPr>
      </p:pic>
    </p:spTree>
    <p:extLst>
      <p:ext uri="{BB962C8B-B14F-4D97-AF65-F5344CB8AC3E}">
        <p14:creationId xmlns:p14="http://schemas.microsoft.com/office/powerpoint/2010/main" val="8475194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58A129-BFCB-55AC-B6E4-B02E79E863A6}"/>
              </a:ext>
            </a:extLst>
          </p:cNvPr>
          <p:cNvSpPr>
            <a:spLocks noGrp="1"/>
          </p:cNvSpPr>
          <p:nvPr>
            <p:ph type="title"/>
          </p:nvPr>
        </p:nvSpPr>
        <p:spPr/>
        <p:txBody>
          <a:bodyPr/>
          <a:lstStyle/>
          <a:p>
            <a:r>
              <a:rPr lang="en-CA" dirty="0"/>
              <a:t>I2C / I</a:t>
            </a:r>
            <a:r>
              <a:rPr lang="en-CA" baseline="30000" dirty="0"/>
              <a:t>2</a:t>
            </a:r>
            <a:r>
              <a:rPr lang="en-CA" dirty="0"/>
              <a:t>C / TWI</a:t>
            </a:r>
          </a:p>
        </p:txBody>
      </p:sp>
      <p:pic>
        <p:nvPicPr>
          <p:cNvPr id="5" name="Picture 4">
            <a:extLst>
              <a:ext uri="{FF2B5EF4-FFF2-40B4-BE49-F238E27FC236}">
                <a16:creationId xmlns:a16="http://schemas.microsoft.com/office/drawing/2014/main" id="{5826B2D6-44C8-96D2-40AF-DB3644D691A9}"/>
              </a:ext>
            </a:extLst>
          </p:cNvPr>
          <p:cNvPicPr>
            <a:picLocks noChangeAspect="1"/>
          </p:cNvPicPr>
          <p:nvPr/>
        </p:nvPicPr>
        <p:blipFill>
          <a:blip r:embed="rId2"/>
          <a:stretch>
            <a:fillRect/>
          </a:stretch>
        </p:blipFill>
        <p:spPr>
          <a:xfrm>
            <a:off x="1495764" y="1690688"/>
            <a:ext cx="8497486" cy="4267796"/>
          </a:xfrm>
          <a:prstGeom prst="rect">
            <a:avLst/>
          </a:prstGeom>
        </p:spPr>
      </p:pic>
    </p:spTree>
    <p:extLst>
      <p:ext uri="{BB962C8B-B14F-4D97-AF65-F5344CB8AC3E}">
        <p14:creationId xmlns:p14="http://schemas.microsoft.com/office/powerpoint/2010/main" val="342667801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10CD21-638C-0935-3E1F-CBF610B83FBC}"/>
              </a:ext>
            </a:extLst>
          </p:cNvPr>
          <p:cNvSpPr>
            <a:spLocks noGrp="1"/>
          </p:cNvSpPr>
          <p:nvPr>
            <p:ph type="title"/>
          </p:nvPr>
        </p:nvSpPr>
        <p:spPr/>
        <p:txBody>
          <a:bodyPr/>
          <a:lstStyle/>
          <a:p>
            <a:r>
              <a:rPr lang="en-CA" dirty="0"/>
              <a:t>I2C Notes</a:t>
            </a:r>
          </a:p>
        </p:txBody>
      </p:sp>
      <p:sp>
        <p:nvSpPr>
          <p:cNvPr id="3" name="Content Placeholder 2">
            <a:extLst>
              <a:ext uri="{FF2B5EF4-FFF2-40B4-BE49-F238E27FC236}">
                <a16:creationId xmlns:a16="http://schemas.microsoft.com/office/drawing/2014/main" id="{ECB99028-7EEF-00A4-0A5A-0E5C18E14871}"/>
              </a:ext>
            </a:extLst>
          </p:cNvPr>
          <p:cNvSpPr>
            <a:spLocks noGrp="1"/>
          </p:cNvSpPr>
          <p:nvPr>
            <p:ph idx="1"/>
          </p:nvPr>
        </p:nvSpPr>
        <p:spPr>
          <a:xfrm>
            <a:off x="838200" y="1749425"/>
            <a:ext cx="10515600" cy="4351338"/>
          </a:xfrm>
        </p:spPr>
        <p:txBody>
          <a:bodyPr/>
          <a:lstStyle/>
          <a:p>
            <a:r>
              <a:rPr lang="en-CA" dirty="0"/>
              <a:t>Note idle state is </a:t>
            </a:r>
            <a:r>
              <a:rPr lang="en-CA" i="1" dirty="0"/>
              <a:t>high</a:t>
            </a:r>
            <a:endParaRPr lang="en-CA" dirty="0"/>
          </a:p>
          <a:p>
            <a:r>
              <a:rPr lang="en-CA" dirty="0"/>
              <a:t>Typical ~2.2K-ohm pull-up resistor on the bus</a:t>
            </a:r>
          </a:p>
          <a:p>
            <a:r>
              <a:rPr lang="en-CA" dirty="0"/>
              <a:t>Baud rate is typically defined as one of:</a:t>
            </a:r>
          </a:p>
          <a:p>
            <a:pPr lvl="1"/>
            <a:r>
              <a:rPr lang="en-CA" dirty="0"/>
              <a:t>100 Kbps (SCL = 100 </a:t>
            </a:r>
            <a:r>
              <a:rPr lang="en-CA" dirty="0" err="1"/>
              <a:t>KHz</a:t>
            </a:r>
            <a:r>
              <a:rPr lang="en-CA" dirty="0"/>
              <a:t>) =&gt; “Standard” mode</a:t>
            </a:r>
          </a:p>
          <a:p>
            <a:pPr lvl="1"/>
            <a:r>
              <a:rPr lang="en-CA" dirty="0"/>
              <a:t>400 Kbps (SCL = 400 </a:t>
            </a:r>
            <a:r>
              <a:rPr lang="en-CA" dirty="0" err="1"/>
              <a:t>KHz</a:t>
            </a:r>
            <a:r>
              <a:rPr lang="en-CA" dirty="0"/>
              <a:t>) =&gt; “Fast” mode</a:t>
            </a:r>
          </a:p>
          <a:p>
            <a:pPr lvl="1"/>
            <a:r>
              <a:rPr lang="en-CA" dirty="0"/>
              <a:t>1 Kbps (SCL = 1 MHz) =&gt; “Fast Plus” mode</a:t>
            </a:r>
          </a:p>
          <a:p>
            <a:pPr lvl="1"/>
            <a:r>
              <a:rPr lang="en-CA" dirty="0"/>
              <a:t>…other speeds available</a:t>
            </a:r>
          </a:p>
          <a:p>
            <a:pPr lvl="1"/>
            <a:endParaRPr lang="en-CA" dirty="0"/>
          </a:p>
          <a:p>
            <a:r>
              <a:rPr lang="en-CA" dirty="0"/>
              <a:t>Most peripherals support </a:t>
            </a:r>
            <a:r>
              <a:rPr lang="en-CA" i="1" dirty="0"/>
              <a:t>standard</a:t>
            </a:r>
            <a:r>
              <a:rPr lang="en-CA" dirty="0"/>
              <a:t> mode at minimum. </a:t>
            </a:r>
          </a:p>
        </p:txBody>
      </p:sp>
    </p:spTree>
    <p:extLst>
      <p:ext uri="{BB962C8B-B14F-4D97-AF65-F5344CB8AC3E}">
        <p14:creationId xmlns:p14="http://schemas.microsoft.com/office/powerpoint/2010/main" val="322126682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D10444-FF9A-7003-CBB1-9D7F8E578D58}"/>
              </a:ext>
            </a:extLst>
          </p:cNvPr>
          <p:cNvSpPr>
            <a:spLocks noGrp="1"/>
          </p:cNvSpPr>
          <p:nvPr>
            <p:ph type="title"/>
          </p:nvPr>
        </p:nvSpPr>
        <p:spPr/>
        <p:txBody>
          <a:bodyPr/>
          <a:lstStyle/>
          <a:p>
            <a:r>
              <a:rPr lang="en-CA" dirty="0"/>
              <a:t>What’s in a Name?</a:t>
            </a:r>
          </a:p>
        </p:txBody>
      </p:sp>
      <p:sp>
        <p:nvSpPr>
          <p:cNvPr id="3" name="Content Placeholder 2">
            <a:extLst>
              <a:ext uri="{FF2B5EF4-FFF2-40B4-BE49-F238E27FC236}">
                <a16:creationId xmlns:a16="http://schemas.microsoft.com/office/drawing/2014/main" id="{9207EF27-8355-C947-FD07-3C8E7BB5C5E2}"/>
              </a:ext>
            </a:extLst>
          </p:cNvPr>
          <p:cNvSpPr>
            <a:spLocks noGrp="1"/>
          </p:cNvSpPr>
          <p:nvPr>
            <p:ph idx="1"/>
          </p:nvPr>
        </p:nvSpPr>
        <p:spPr/>
        <p:txBody>
          <a:bodyPr/>
          <a:lstStyle/>
          <a:p>
            <a:r>
              <a:rPr lang="en-CA" dirty="0"/>
              <a:t>Inter-IC = IIC = I</a:t>
            </a:r>
            <a:r>
              <a:rPr lang="en-CA" baseline="30000" dirty="0"/>
              <a:t>2</a:t>
            </a:r>
            <a:r>
              <a:rPr lang="en-CA" dirty="0"/>
              <a:t>C</a:t>
            </a:r>
          </a:p>
          <a:p>
            <a:endParaRPr lang="en-CA" dirty="0"/>
          </a:p>
          <a:p>
            <a:endParaRPr lang="en-CA" dirty="0"/>
          </a:p>
          <a:p>
            <a:endParaRPr lang="en-CA" dirty="0"/>
          </a:p>
          <a:p>
            <a:r>
              <a:rPr lang="en-CA" dirty="0"/>
              <a:t>Due to concern over trademark rules, Atmel used the name Two Wire Interface (TWI) for their I2C interface</a:t>
            </a:r>
          </a:p>
          <a:p>
            <a:endParaRPr lang="en-CA" dirty="0"/>
          </a:p>
          <a:p>
            <a:r>
              <a:rPr lang="en-CA" dirty="0"/>
              <a:t>Unlike SPI, I2C has a standard packet format with addressing</a:t>
            </a:r>
          </a:p>
        </p:txBody>
      </p:sp>
      <p:pic>
        <p:nvPicPr>
          <p:cNvPr id="4098" name="Picture 2" descr="undefined">
            <a:extLst>
              <a:ext uri="{FF2B5EF4-FFF2-40B4-BE49-F238E27FC236}">
                <a16:creationId xmlns:a16="http://schemas.microsoft.com/office/drawing/2014/main" id="{584B9BE1-961A-E9CB-6A2E-9C3EE282672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175125" y="1332970"/>
            <a:ext cx="2393315" cy="261419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440709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352F65-1E15-BBB7-90ED-0495A7D4D136}"/>
              </a:ext>
            </a:extLst>
          </p:cNvPr>
          <p:cNvSpPr>
            <a:spLocks noGrp="1"/>
          </p:cNvSpPr>
          <p:nvPr>
            <p:ph type="title"/>
          </p:nvPr>
        </p:nvSpPr>
        <p:spPr/>
        <p:txBody>
          <a:bodyPr/>
          <a:lstStyle/>
          <a:p>
            <a:r>
              <a:rPr lang="en-CA" dirty="0"/>
              <a:t>Building an I2C Packet</a:t>
            </a:r>
          </a:p>
        </p:txBody>
      </p:sp>
      <p:pic>
        <p:nvPicPr>
          <p:cNvPr id="5122" name="Picture 2" descr="36685">
            <a:extLst>
              <a:ext uri="{FF2B5EF4-FFF2-40B4-BE49-F238E27FC236}">
                <a16:creationId xmlns:a16="http://schemas.microsoft.com/office/drawing/2014/main" id="{0746788A-76C7-EFEB-8378-8E624F7CC82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35239" y="1690688"/>
            <a:ext cx="6807821" cy="3388782"/>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7286997A-CCEA-E433-78FE-69917DD87F2D}"/>
              </a:ext>
            </a:extLst>
          </p:cNvPr>
          <p:cNvSpPr txBox="1"/>
          <p:nvPr/>
        </p:nvSpPr>
        <p:spPr>
          <a:xfrm>
            <a:off x="1757464" y="5368351"/>
            <a:ext cx="10064885" cy="369332"/>
          </a:xfrm>
          <a:prstGeom prst="rect">
            <a:avLst/>
          </a:prstGeom>
          <a:noFill/>
        </p:spPr>
        <p:txBody>
          <a:bodyPr wrap="square">
            <a:spAutoFit/>
          </a:bodyPr>
          <a:lstStyle/>
          <a:p>
            <a:r>
              <a:rPr lang="en-CA" dirty="0"/>
              <a:t>https://www.analog.com/en/resources/technical-articles/i2c-primer-what-is-i2c-part-1.html</a:t>
            </a:r>
          </a:p>
        </p:txBody>
      </p:sp>
    </p:spTree>
    <p:extLst>
      <p:ext uri="{BB962C8B-B14F-4D97-AF65-F5344CB8AC3E}">
        <p14:creationId xmlns:p14="http://schemas.microsoft.com/office/powerpoint/2010/main" val="59988383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D5B64B-7577-D3E1-5E3A-DE2749DA948E}"/>
              </a:ext>
            </a:extLst>
          </p:cNvPr>
          <p:cNvSpPr>
            <a:spLocks noGrp="1"/>
          </p:cNvSpPr>
          <p:nvPr>
            <p:ph type="title"/>
          </p:nvPr>
        </p:nvSpPr>
        <p:spPr/>
        <p:txBody>
          <a:bodyPr/>
          <a:lstStyle/>
          <a:p>
            <a:r>
              <a:rPr lang="en-CA" dirty="0"/>
              <a:t>Building an I2C Packet</a:t>
            </a:r>
          </a:p>
        </p:txBody>
      </p:sp>
      <p:pic>
        <p:nvPicPr>
          <p:cNvPr id="5" name="Content Placeholder 4" descr="A diagram of a stop signal&#10;&#10;Description automatically generated">
            <a:extLst>
              <a:ext uri="{FF2B5EF4-FFF2-40B4-BE49-F238E27FC236}">
                <a16:creationId xmlns:a16="http://schemas.microsoft.com/office/drawing/2014/main" id="{A0E4D509-5970-CE13-A9B2-8148E29A1EDD}"/>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677562" y="1690688"/>
            <a:ext cx="6071634" cy="4351338"/>
          </a:xfrm>
        </p:spPr>
      </p:pic>
      <p:sp>
        <p:nvSpPr>
          <p:cNvPr id="6" name="TextBox 5">
            <a:extLst>
              <a:ext uri="{FF2B5EF4-FFF2-40B4-BE49-F238E27FC236}">
                <a16:creationId xmlns:a16="http://schemas.microsoft.com/office/drawing/2014/main" id="{A82E961E-03F1-BDB2-5081-EC9A7CA9B162}"/>
              </a:ext>
            </a:extLst>
          </p:cNvPr>
          <p:cNvSpPr txBox="1"/>
          <p:nvPr/>
        </p:nvSpPr>
        <p:spPr>
          <a:xfrm>
            <a:off x="1536971" y="5952010"/>
            <a:ext cx="10064885" cy="369332"/>
          </a:xfrm>
          <a:prstGeom prst="rect">
            <a:avLst/>
          </a:prstGeom>
          <a:noFill/>
        </p:spPr>
        <p:txBody>
          <a:bodyPr wrap="square">
            <a:spAutoFit/>
          </a:bodyPr>
          <a:lstStyle/>
          <a:p>
            <a:r>
              <a:rPr lang="en-CA" dirty="0"/>
              <a:t>https://www.analog.com/en/resources/technical-articles/i2c-primer-what-is-i2c-part-1.html</a:t>
            </a:r>
          </a:p>
        </p:txBody>
      </p:sp>
    </p:spTree>
    <p:extLst>
      <p:ext uri="{BB962C8B-B14F-4D97-AF65-F5344CB8AC3E}">
        <p14:creationId xmlns:p14="http://schemas.microsoft.com/office/powerpoint/2010/main" val="196179964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7F1B05-A3B2-AC83-D237-D24EBF05815E}"/>
              </a:ext>
            </a:extLst>
          </p:cNvPr>
          <p:cNvSpPr>
            <a:spLocks noGrp="1"/>
          </p:cNvSpPr>
          <p:nvPr>
            <p:ph type="title"/>
          </p:nvPr>
        </p:nvSpPr>
        <p:spPr/>
        <p:txBody>
          <a:bodyPr/>
          <a:lstStyle/>
          <a:p>
            <a:r>
              <a:rPr lang="en-CA" dirty="0"/>
              <a:t>Building an I2C Packet</a:t>
            </a:r>
          </a:p>
        </p:txBody>
      </p:sp>
      <p:pic>
        <p:nvPicPr>
          <p:cNvPr id="6146" name="Picture 2" descr="Figure 4: Start Condition Followed By 7-Bit Address of 0x64 and a Write Command Set. The Slave Responds with anAcknowledgement.">
            <a:extLst>
              <a:ext uri="{FF2B5EF4-FFF2-40B4-BE49-F238E27FC236}">
                <a16:creationId xmlns:a16="http://schemas.microsoft.com/office/drawing/2014/main" id="{6AA7172D-DFDB-6D31-79CE-400223A20ADC}"/>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809152" y="2410397"/>
            <a:ext cx="8573696" cy="3181794"/>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6E73F554-A885-E4E3-8997-4A9E437241B5}"/>
              </a:ext>
            </a:extLst>
          </p:cNvPr>
          <p:cNvSpPr txBox="1"/>
          <p:nvPr/>
        </p:nvSpPr>
        <p:spPr>
          <a:xfrm>
            <a:off x="1465634" y="5705576"/>
            <a:ext cx="10064885" cy="369332"/>
          </a:xfrm>
          <a:prstGeom prst="rect">
            <a:avLst/>
          </a:prstGeom>
          <a:noFill/>
        </p:spPr>
        <p:txBody>
          <a:bodyPr wrap="square">
            <a:spAutoFit/>
          </a:bodyPr>
          <a:lstStyle/>
          <a:p>
            <a:r>
              <a:rPr lang="en-CA" dirty="0"/>
              <a:t>https://www.analog.com/en/resources/technical-articles/i2c-primer-what-is-i2c-part-1.html</a:t>
            </a:r>
          </a:p>
        </p:txBody>
      </p:sp>
    </p:spTree>
    <p:extLst>
      <p:ext uri="{BB962C8B-B14F-4D97-AF65-F5344CB8AC3E}">
        <p14:creationId xmlns:p14="http://schemas.microsoft.com/office/powerpoint/2010/main" val="232272781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EAC052-6729-8AEA-D2BF-82396A26E0E1}"/>
              </a:ext>
            </a:extLst>
          </p:cNvPr>
          <p:cNvSpPr>
            <a:spLocks noGrp="1"/>
          </p:cNvSpPr>
          <p:nvPr>
            <p:ph type="title"/>
          </p:nvPr>
        </p:nvSpPr>
        <p:spPr/>
        <p:txBody>
          <a:bodyPr/>
          <a:lstStyle/>
          <a:p>
            <a:r>
              <a:rPr lang="en-CA" dirty="0"/>
              <a:t>Complete Transaction Example (Write)</a:t>
            </a:r>
          </a:p>
        </p:txBody>
      </p:sp>
      <p:pic>
        <p:nvPicPr>
          <p:cNvPr id="10242" name="Picture 2" descr="Figure 6: Successful I2C Write Byte Transmission">
            <a:extLst>
              <a:ext uri="{FF2B5EF4-FFF2-40B4-BE49-F238E27FC236}">
                <a16:creationId xmlns:a16="http://schemas.microsoft.com/office/drawing/2014/main" id="{74880D16-1747-0664-49B6-7AEB91753B4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98170" y="1690688"/>
            <a:ext cx="11300114" cy="3314700"/>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C9EB30FA-4801-6ECE-E86B-6F55815B13E5}"/>
              </a:ext>
            </a:extLst>
          </p:cNvPr>
          <p:cNvSpPr txBox="1"/>
          <p:nvPr/>
        </p:nvSpPr>
        <p:spPr>
          <a:xfrm>
            <a:off x="1465634" y="5705576"/>
            <a:ext cx="10064885" cy="369332"/>
          </a:xfrm>
          <a:prstGeom prst="rect">
            <a:avLst/>
          </a:prstGeom>
          <a:noFill/>
        </p:spPr>
        <p:txBody>
          <a:bodyPr wrap="square">
            <a:spAutoFit/>
          </a:bodyPr>
          <a:lstStyle/>
          <a:p>
            <a:r>
              <a:rPr lang="en-CA" dirty="0"/>
              <a:t>https://www.analog.com/en/resources/technical-articles/i2c-primer-what-is-i2c-part-1.html</a:t>
            </a:r>
          </a:p>
        </p:txBody>
      </p:sp>
    </p:spTree>
    <p:extLst>
      <p:ext uri="{BB962C8B-B14F-4D97-AF65-F5344CB8AC3E}">
        <p14:creationId xmlns:p14="http://schemas.microsoft.com/office/powerpoint/2010/main" val="316761686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FB98A2-EB7E-0616-984D-D2DD7E323BD1}"/>
              </a:ext>
            </a:extLst>
          </p:cNvPr>
          <p:cNvSpPr>
            <a:spLocks noGrp="1"/>
          </p:cNvSpPr>
          <p:nvPr>
            <p:ph type="title"/>
          </p:nvPr>
        </p:nvSpPr>
        <p:spPr/>
        <p:txBody>
          <a:bodyPr/>
          <a:lstStyle/>
          <a:p>
            <a:r>
              <a:rPr lang="en-CA" dirty="0"/>
              <a:t>Complete Transaction Example (Read)</a:t>
            </a:r>
          </a:p>
        </p:txBody>
      </p:sp>
      <p:pic>
        <p:nvPicPr>
          <p:cNvPr id="11266" name="Picture 2" descr="36690">
            <a:extLst>
              <a:ext uri="{FF2B5EF4-FFF2-40B4-BE49-F238E27FC236}">
                <a16:creationId xmlns:a16="http://schemas.microsoft.com/office/drawing/2014/main" id="{9864F51F-3785-9573-5AEE-AB93473EFA1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7779" y="2318392"/>
            <a:ext cx="11656442" cy="253851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9458761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7CAD89-1647-578E-DE97-5C14B0BCC3DE}"/>
              </a:ext>
            </a:extLst>
          </p:cNvPr>
          <p:cNvSpPr>
            <a:spLocks noGrp="1"/>
          </p:cNvSpPr>
          <p:nvPr>
            <p:ph type="title"/>
          </p:nvPr>
        </p:nvSpPr>
        <p:spPr/>
        <p:txBody>
          <a:bodyPr/>
          <a:lstStyle/>
          <a:p>
            <a:r>
              <a:rPr lang="en-CA" dirty="0"/>
              <a:t>…what did I read!?</a:t>
            </a:r>
          </a:p>
        </p:txBody>
      </p:sp>
      <p:sp>
        <p:nvSpPr>
          <p:cNvPr id="3" name="Content Placeholder 2">
            <a:extLst>
              <a:ext uri="{FF2B5EF4-FFF2-40B4-BE49-F238E27FC236}">
                <a16:creationId xmlns:a16="http://schemas.microsoft.com/office/drawing/2014/main" id="{85E190DE-858F-544D-7C47-73A340C1E8A1}"/>
              </a:ext>
            </a:extLst>
          </p:cNvPr>
          <p:cNvSpPr>
            <a:spLocks noGrp="1"/>
          </p:cNvSpPr>
          <p:nvPr>
            <p:ph idx="1"/>
          </p:nvPr>
        </p:nvSpPr>
        <p:spPr/>
        <p:txBody>
          <a:bodyPr/>
          <a:lstStyle/>
          <a:p>
            <a:endParaRPr lang="en-CA"/>
          </a:p>
        </p:txBody>
      </p:sp>
    </p:spTree>
    <p:extLst>
      <p:ext uri="{BB962C8B-B14F-4D97-AF65-F5344CB8AC3E}">
        <p14:creationId xmlns:p14="http://schemas.microsoft.com/office/powerpoint/2010/main" val="352971435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833A13-F1D3-AB43-D9C5-73059F03952A}"/>
              </a:ext>
            </a:extLst>
          </p:cNvPr>
          <p:cNvSpPr>
            <a:spLocks noGrp="1"/>
          </p:cNvSpPr>
          <p:nvPr>
            <p:ph type="title"/>
          </p:nvPr>
        </p:nvSpPr>
        <p:spPr/>
        <p:txBody>
          <a:bodyPr/>
          <a:lstStyle/>
          <a:p>
            <a:r>
              <a:rPr lang="en-CA" dirty="0"/>
              <a:t>Realistic Read (Repeated Start)</a:t>
            </a:r>
          </a:p>
        </p:txBody>
      </p:sp>
      <p:pic>
        <p:nvPicPr>
          <p:cNvPr id="5" name="Picture 4">
            <a:extLst>
              <a:ext uri="{FF2B5EF4-FFF2-40B4-BE49-F238E27FC236}">
                <a16:creationId xmlns:a16="http://schemas.microsoft.com/office/drawing/2014/main" id="{F6C65B5B-A62E-08FC-E4DB-97672FDF7D57}"/>
              </a:ext>
            </a:extLst>
          </p:cNvPr>
          <p:cNvPicPr>
            <a:picLocks noChangeAspect="1"/>
          </p:cNvPicPr>
          <p:nvPr/>
        </p:nvPicPr>
        <p:blipFill>
          <a:blip r:embed="rId2"/>
          <a:stretch>
            <a:fillRect/>
          </a:stretch>
        </p:blipFill>
        <p:spPr>
          <a:xfrm>
            <a:off x="343140" y="1494327"/>
            <a:ext cx="8732280" cy="2312418"/>
          </a:xfrm>
          <a:prstGeom prst="rect">
            <a:avLst/>
          </a:prstGeom>
        </p:spPr>
      </p:pic>
    </p:spTree>
    <p:extLst>
      <p:ext uri="{BB962C8B-B14F-4D97-AF65-F5344CB8AC3E}">
        <p14:creationId xmlns:p14="http://schemas.microsoft.com/office/powerpoint/2010/main" val="303473922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833A13-F1D3-AB43-D9C5-73059F03952A}"/>
              </a:ext>
            </a:extLst>
          </p:cNvPr>
          <p:cNvSpPr>
            <a:spLocks noGrp="1"/>
          </p:cNvSpPr>
          <p:nvPr>
            <p:ph type="title"/>
          </p:nvPr>
        </p:nvSpPr>
        <p:spPr/>
        <p:txBody>
          <a:bodyPr/>
          <a:lstStyle/>
          <a:p>
            <a:r>
              <a:rPr lang="en-CA" dirty="0"/>
              <a:t>Realistic Read (Repeated Start)</a:t>
            </a:r>
          </a:p>
        </p:txBody>
      </p:sp>
      <p:pic>
        <p:nvPicPr>
          <p:cNvPr id="5" name="Picture 4">
            <a:extLst>
              <a:ext uri="{FF2B5EF4-FFF2-40B4-BE49-F238E27FC236}">
                <a16:creationId xmlns:a16="http://schemas.microsoft.com/office/drawing/2014/main" id="{F6C65B5B-A62E-08FC-E4DB-97672FDF7D57}"/>
              </a:ext>
            </a:extLst>
          </p:cNvPr>
          <p:cNvPicPr>
            <a:picLocks noChangeAspect="1"/>
          </p:cNvPicPr>
          <p:nvPr/>
        </p:nvPicPr>
        <p:blipFill>
          <a:blip r:embed="rId2"/>
          <a:stretch>
            <a:fillRect/>
          </a:stretch>
        </p:blipFill>
        <p:spPr>
          <a:xfrm>
            <a:off x="411477" y="1783887"/>
            <a:ext cx="7938870" cy="2102313"/>
          </a:xfrm>
          <a:prstGeom prst="rect">
            <a:avLst/>
          </a:prstGeom>
        </p:spPr>
      </p:pic>
      <p:pic>
        <p:nvPicPr>
          <p:cNvPr id="4" name="Picture 3">
            <a:extLst>
              <a:ext uri="{FF2B5EF4-FFF2-40B4-BE49-F238E27FC236}">
                <a16:creationId xmlns:a16="http://schemas.microsoft.com/office/drawing/2014/main" id="{93343DC5-8DB6-7A4E-7C4C-9CD2E4ABC255}"/>
              </a:ext>
            </a:extLst>
          </p:cNvPr>
          <p:cNvPicPr>
            <a:picLocks noChangeAspect="1"/>
          </p:cNvPicPr>
          <p:nvPr/>
        </p:nvPicPr>
        <p:blipFill>
          <a:blip r:embed="rId3"/>
          <a:stretch>
            <a:fillRect/>
          </a:stretch>
        </p:blipFill>
        <p:spPr>
          <a:xfrm>
            <a:off x="350517" y="3979399"/>
            <a:ext cx="11660227" cy="2048161"/>
          </a:xfrm>
          <a:prstGeom prst="rect">
            <a:avLst/>
          </a:prstGeom>
        </p:spPr>
      </p:pic>
    </p:spTree>
    <p:extLst>
      <p:ext uri="{BB962C8B-B14F-4D97-AF65-F5344CB8AC3E}">
        <p14:creationId xmlns:p14="http://schemas.microsoft.com/office/powerpoint/2010/main" val="266561641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8A182E-62CE-E5E0-2269-C400E61C33B9}"/>
              </a:ext>
            </a:extLst>
          </p:cNvPr>
          <p:cNvSpPr>
            <a:spLocks noGrp="1"/>
          </p:cNvSpPr>
          <p:nvPr>
            <p:ph type="title"/>
          </p:nvPr>
        </p:nvSpPr>
        <p:spPr/>
        <p:txBody>
          <a:bodyPr/>
          <a:lstStyle/>
          <a:p>
            <a:r>
              <a:rPr lang="en-CA" dirty="0"/>
              <a:t>Differential Signals</a:t>
            </a:r>
          </a:p>
        </p:txBody>
      </p:sp>
      <p:pic>
        <p:nvPicPr>
          <p:cNvPr id="5" name="Picture 4">
            <a:extLst>
              <a:ext uri="{FF2B5EF4-FFF2-40B4-BE49-F238E27FC236}">
                <a16:creationId xmlns:a16="http://schemas.microsoft.com/office/drawing/2014/main" id="{E7E5CAE8-C10A-CB43-1AA0-FAE3FA494AED}"/>
              </a:ext>
            </a:extLst>
          </p:cNvPr>
          <p:cNvPicPr>
            <a:picLocks noChangeAspect="1"/>
          </p:cNvPicPr>
          <p:nvPr/>
        </p:nvPicPr>
        <p:blipFill>
          <a:blip r:embed="rId2"/>
          <a:stretch>
            <a:fillRect/>
          </a:stretch>
        </p:blipFill>
        <p:spPr>
          <a:xfrm>
            <a:off x="3912" y="1457050"/>
            <a:ext cx="12184175" cy="3943900"/>
          </a:xfrm>
          <a:prstGeom prst="rect">
            <a:avLst/>
          </a:prstGeom>
        </p:spPr>
      </p:pic>
    </p:spTree>
    <p:extLst>
      <p:ext uri="{BB962C8B-B14F-4D97-AF65-F5344CB8AC3E}">
        <p14:creationId xmlns:p14="http://schemas.microsoft.com/office/powerpoint/2010/main" val="422532920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03C2C3-C0CF-3556-5BDD-9E4523D9C6F3}"/>
              </a:ext>
            </a:extLst>
          </p:cNvPr>
          <p:cNvSpPr>
            <a:spLocks noGrp="1"/>
          </p:cNvSpPr>
          <p:nvPr>
            <p:ph type="title"/>
          </p:nvPr>
        </p:nvSpPr>
        <p:spPr/>
        <p:txBody>
          <a:bodyPr/>
          <a:lstStyle/>
          <a:p>
            <a:r>
              <a:rPr lang="en-CA" dirty="0"/>
              <a:t>Low Voltage Differential Signaling</a:t>
            </a:r>
          </a:p>
        </p:txBody>
      </p:sp>
      <p:sp>
        <p:nvSpPr>
          <p:cNvPr id="3" name="Content Placeholder 2">
            <a:extLst>
              <a:ext uri="{FF2B5EF4-FFF2-40B4-BE49-F238E27FC236}">
                <a16:creationId xmlns:a16="http://schemas.microsoft.com/office/drawing/2014/main" id="{214BC519-33DF-E8E2-EB35-AE75DB77ABE0}"/>
              </a:ext>
            </a:extLst>
          </p:cNvPr>
          <p:cNvSpPr>
            <a:spLocks noGrp="1"/>
          </p:cNvSpPr>
          <p:nvPr>
            <p:ph idx="1"/>
          </p:nvPr>
        </p:nvSpPr>
        <p:spPr>
          <a:xfrm>
            <a:off x="838200" y="1825625"/>
            <a:ext cx="10515600" cy="1196435"/>
          </a:xfrm>
        </p:spPr>
        <p:txBody>
          <a:bodyPr/>
          <a:lstStyle/>
          <a:p>
            <a:r>
              <a:rPr lang="en-CA" dirty="0"/>
              <a:t>Common-Mode Range</a:t>
            </a:r>
          </a:p>
          <a:p>
            <a:r>
              <a:rPr lang="en-CA" dirty="0"/>
              <a:t>Differential Range</a:t>
            </a:r>
          </a:p>
        </p:txBody>
      </p:sp>
      <p:pic>
        <p:nvPicPr>
          <p:cNvPr id="12290" name="Picture 2" descr="LVDS SerDes-Deep dive about the Basic Principle and Features｜THine  Electronics">
            <a:extLst>
              <a:ext uri="{FF2B5EF4-FFF2-40B4-BE49-F238E27FC236}">
                <a16:creationId xmlns:a16="http://schemas.microsoft.com/office/drawing/2014/main" id="{0F4C5FED-834A-DFDA-5933-E287DF520AA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29952" y="3246168"/>
            <a:ext cx="7581900" cy="2657475"/>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92590C95-3B18-0832-5BF9-2DAAF7EB292D}"/>
              </a:ext>
            </a:extLst>
          </p:cNvPr>
          <p:cNvSpPr txBox="1"/>
          <p:nvPr/>
        </p:nvSpPr>
        <p:spPr>
          <a:xfrm>
            <a:off x="3048000" y="5994019"/>
            <a:ext cx="6096000" cy="369332"/>
          </a:xfrm>
          <a:prstGeom prst="rect">
            <a:avLst/>
          </a:prstGeom>
          <a:noFill/>
        </p:spPr>
        <p:txBody>
          <a:bodyPr wrap="square">
            <a:spAutoFit/>
          </a:bodyPr>
          <a:lstStyle/>
          <a:p>
            <a:r>
              <a:rPr lang="en-CA" dirty="0"/>
              <a:t>https://www.thine.co.jp/en/contents/detail/serdes-lvds.html</a:t>
            </a:r>
          </a:p>
        </p:txBody>
      </p:sp>
    </p:spTree>
    <p:extLst>
      <p:ext uri="{BB962C8B-B14F-4D97-AF65-F5344CB8AC3E}">
        <p14:creationId xmlns:p14="http://schemas.microsoft.com/office/powerpoint/2010/main" val="318205412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D213EE-2944-37A1-B856-3C882B4AAD01}"/>
              </a:ext>
            </a:extLst>
          </p:cNvPr>
          <p:cNvSpPr>
            <a:spLocks noGrp="1"/>
          </p:cNvSpPr>
          <p:nvPr>
            <p:ph type="title"/>
          </p:nvPr>
        </p:nvSpPr>
        <p:spPr/>
        <p:txBody>
          <a:bodyPr/>
          <a:lstStyle/>
          <a:p>
            <a:r>
              <a:rPr lang="en-CA" dirty="0"/>
              <a:t>LVDS Receiver Range</a:t>
            </a:r>
          </a:p>
        </p:txBody>
      </p:sp>
      <p:pic>
        <p:nvPicPr>
          <p:cNvPr id="13314" name="Picture 2">
            <a:extLst>
              <a:ext uri="{FF2B5EF4-FFF2-40B4-BE49-F238E27FC236}">
                <a16:creationId xmlns:a16="http://schemas.microsoft.com/office/drawing/2014/main" id="{537A8FA1-F3B6-7F6F-F0D2-2FDD4E4A8D3D}"/>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298982" y="2078945"/>
            <a:ext cx="7317458" cy="4224796"/>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83B05EA5-9065-30B0-DAF0-B058E4DEAC77}"/>
              </a:ext>
            </a:extLst>
          </p:cNvPr>
          <p:cNvSpPr txBox="1"/>
          <p:nvPr/>
        </p:nvSpPr>
        <p:spPr>
          <a:xfrm>
            <a:off x="2827506" y="6303741"/>
            <a:ext cx="6096000" cy="369332"/>
          </a:xfrm>
          <a:prstGeom prst="rect">
            <a:avLst/>
          </a:prstGeom>
          <a:noFill/>
        </p:spPr>
        <p:txBody>
          <a:bodyPr wrap="square">
            <a:spAutoFit/>
          </a:bodyPr>
          <a:lstStyle/>
          <a:p>
            <a:r>
              <a:rPr lang="en-CA" dirty="0"/>
              <a:t>https://www.thine.co.jp/en/contents/detail/serdes-lvds.html</a:t>
            </a:r>
          </a:p>
        </p:txBody>
      </p:sp>
    </p:spTree>
    <p:extLst>
      <p:ext uri="{BB962C8B-B14F-4D97-AF65-F5344CB8AC3E}">
        <p14:creationId xmlns:p14="http://schemas.microsoft.com/office/powerpoint/2010/main" val="365236092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3C39D4-8B79-2F13-96EA-AEE9F781670B}"/>
              </a:ext>
            </a:extLst>
          </p:cNvPr>
          <p:cNvSpPr>
            <a:spLocks noGrp="1"/>
          </p:cNvSpPr>
          <p:nvPr>
            <p:ph type="title"/>
          </p:nvPr>
        </p:nvSpPr>
        <p:spPr/>
        <p:txBody>
          <a:bodyPr/>
          <a:lstStyle/>
          <a:p>
            <a:r>
              <a:rPr lang="en-CA" dirty="0"/>
              <a:t>LVDS “Protocol”</a:t>
            </a:r>
          </a:p>
        </p:txBody>
      </p:sp>
      <p:sp>
        <p:nvSpPr>
          <p:cNvPr id="3" name="Content Placeholder 2">
            <a:extLst>
              <a:ext uri="{FF2B5EF4-FFF2-40B4-BE49-F238E27FC236}">
                <a16:creationId xmlns:a16="http://schemas.microsoft.com/office/drawing/2014/main" id="{40247F7B-1078-D79F-9B66-B0954CDE5C81}"/>
              </a:ext>
            </a:extLst>
          </p:cNvPr>
          <p:cNvSpPr>
            <a:spLocks noGrp="1"/>
          </p:cNvSpPr>
          <p:nvPr>
            <p:ph idx="1"/>
          </p:nvPr>
        </p:nvSpPr>
        <p:spPr/>
        <p:txBody>
          <a:bodyPr/>
          <a:lstStyle/>
          <a:p>
            <a:r>
              <a:rPr lang="en-CA" dirty="0"/>
              <a:t>LVDS is a signaling method – lots of the same protocols run over LVDS just to run faster / more robustly</a:t>
            </a:r>
          </a:p>
          <a:p>
            <a:r>
              <a:rPr lang="en-CA" dirty="0"/>
              <a:t>Some protocols </a:t>
            </a:r>
            <a:r>
              <a:rPr lang="en-CA" i="1" dirty="0"/>
              <a:t>only</a:t>
            </a:r>
            <a:r>
              <a:rPr lang="en-CA" dirty="0"/>
              <a:t> run over LVDS</a:t>
            </a:r>
          </a:p>
        </p:txBody>
      </p:sp>
    </p:spTree>
    <p:extLst>
      <p:ext uri="{BB962C8B-B14F-4D97-AF65-F5344CB8AC3E}">
        <p14:creationId xmlns:p14="http://schemas.microsoft.com/office/powerpoint/2010/main" val="88028897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01194D-C33D-44E1-BB65-9C30500D74D7}"/>
              </a:ext>
            </a:extLst>
          </p:cNvPr>
          <p:cNvSpPr>
            <a:spLocks noGrp="1"/>
          </p:cNvSpPr>
          <p:nvPr>
            <p:ph type="title"/>
          </p:nvPr>
        </p:nvSpPr>
        <p:spPr/>
        <p:txBody>
          <a:bodyPr/>
          <a:lstStyle/>
          <a:p>
            <a:r>
              <a:rPr lang="en-CA" dirty="0"/>
              <a:t>LVDS LCDs</a:t>
            </a:r>
          </a:p>
        </p:txBody>
      </p:sp>
      <p:pic>
        <p:nvPicPr>
          <p:cNvPr id="5" name="Picture 4">
            <a:extLst>
              <a:ext uri="{FF2B5EF4-FFF2-40B4-BE49-F238E27FC236}">
                <a16:creationId xmlns:a16="http://schemas.microsoft.com/office/drawing/2014/main" id="{CAD657C6-948B-CA53-B3C3-A74D5D2455E1}"/>
              </a:ext>
            </a:extLst>
          </p:cNvPr>
          <p:cNvPicPr>
            <a:picLocks noChangeAspect="1"/>
          </p:cNvPicPr>
          <p:nvPr/>
        </p:nvPicPr>
        <p:blipFill>
          <a:blip r:embed="rId2"/>
          <a:stretch>
            <a:fillRect/>
          </a:stretch>
        </p:blipFill>
        <p:spPr>
          <a:xfrm>
            <a:off x="1937036" y="1752690"/>
            <a:ext cx="8317927" cy="4960529"/>
          </a:xfrm>
          <a:prstGeom prst="rect">
            <a:avLst/>
          </a:prstGeom>
        </p:spPr>
      </p:pic>
    </p:spTree>
    <p:extLst>
      <p:ext uri="{BB962C8B-B14F-4D97-AF65-F5344CB8AC3E}">
        <p14:creationId xmlns:p14="http://schemas.microsoft.com/office/powerpoint/2010/main" val="3553794556"/>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058A1B-0557-82C9-175E-4838BB462200}"/>
              </a:ext>
            </a:extLst>
          </p:cNvPr>
          <p:cNvSpPr>
            <a:spLocks noGrp="1"/>
          </p:cNvSpPr>
          <p:nvPr>
            <p:ph type="title"/>
          </p:nvPr>
        </p:nvSpPr>
        <p:spPr/>
        <p:txBody>
          <a:bodyPr/>
          <a:lstStyle/>
          <a:p>
            <a:r>
              <a:rPr lang="en-CA" dirty="0"/>
              <a:t>Differential Signaling</a:t>
            </a:r>
          </a:p>
        </p:txBody>
      </p:sp>
      <p:sp>
        <p:nvSpPr>
          <p:cNvPr id="3" name="Content Placeholder 2">
            <a:extLst>
              <a:ext uri="{FF2B5EF4-FFF2-40B4-BE49-F238E27FC236}">
                <a16:creationId xmlns:a16="http://schemas.microsoft.com/office/drawing/2014/main" id="{F709F542-2A85-62FC-00BD-48A1129CA14E}"/>
              </a:ext>
            </a:extLst>
          </p:cNvPr>
          <p:cNvSpPr>
            <a:spLocks noGrp="1"/>
          </p:cNvSpPr>
          <p:nvPr>
            <p:ph idx="1"/>
          </p:nvPr>
        </p:nvSpPr>
        <p:spPr/>
        <p:txBody>
          <a:bodyPr/>
          <a:lstStyle/>
          <a:p>
            <a:r>
              <a:rPr lang="en-CA" dirty="0"/>
              <a:t>LVDS is </a:t>
            </a:r>
            <a:r>
              <a:rPr lang="en-CA" i="1" dirty="0"/>
              <a:t>one</a:t>
            </a:r>
            <a:r>
              <a:rPr lang="en-CA" dirty="0"/>
              <a:t> example of differential signalling</a:t>
            </a:r>
          </a:p>
          <a:p>
            <a:r>
              <a:rPr lang="en-CA" dirty="0"/>
              <a:t>LVDS is most likely range you run into within a PCB, but others are around, including:</a:t>
            </a:r>
          </a:p>
          <a:p>
            <a:pPr marL="0" indent="0">
              <a:buNone/>
            </a:pPr>
            <a:endParaRPr lang="en-CA" dirty="0"/>
          </a:p>
          <a:p>
            <a:pPr lvl="1"/>
            <a:r>
              <a:rPr lang="en-CA" dirty="0"/>
              <a:t>USB</a:t>
            </a:r>
          </a:p>
          <a:p>
            <a:pPr lvl="1"/>
            <a:r>
              <a:rPr lang="en-CA" dirty="0"/>
              <a:t>DDR memory (some signals are differential)</a:t>
            </a:r>
          </a:p>
          <a:p>
            <a:pPr lvl="1"/>
            <a:r>
              <a:rPr lang="en-CA" dirty="0"/>
              <a:t>RS485 (normally off-board)</a:t>
            </a:r>
          </a:p>
          <a:p>
            <a:pPr lvl="1"/>
            <a:endParaRPr lang="en-CA" dirty="0"/>
          </a:p>
        </p:txBody>
      </p:sp>
    </p:spTree>
    <p:extLst>
      <p:ext uri="{BB962C8B-B14F-4D97-AF65-F5344CB8AC3E}">
        <p14:creationId xmlns:p14="http://schemas.microsoft.com/office/powerpoint/2010/main" val="3445622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B512F5-3171-9CE7-8D34-80A32BA47973}"/>
              </a:ext>
            </a:extLst>
          </p:cNvPr>
          <p:cNvSpPr>
            <a:spLocks noGrp="1"/>
          </p:cNvSpPr>
          <p:nvPr>
            <p:ph type="title"/>
          </p:nvPr>
        </p:nvSpPr>
        <p:spPr/>
        <p:txBody>
          <a:bodyPr/>
          <a:lstStyle/>
          <a:p>
            <a:r>
              <a:rPr lang="en-CA" dirty="0"/>
              <a:t>Other Differential Signals: USB</a:t>
            </a:r>
          </a:p>
        </p:txBody>
      </p:sp>
      <p:pic>
        <p:nvPicPr>
          <p:cNvPr id="14338" name="Picture 2" descr="undefined">
            <a:extLst>
              <a:ext uri="{FF2B5EF4-FFF2-40B4-BE49-F238E27FC236}">
                <a16:creationId xmlns:a16="http://schemas.microsoft.com/office/drawing/2014/main" id="{40D503A8-30DE-8E28-0093-37A9207AF7DB}"/>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373870" y="1468746"/>
            <a:ext cx="9585960" cy="3920508"/>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E7A50946-9585-47CF-4A0E-1FB754A92A01}"/>
              </a:ext>
            </a:extLst>
          </p:cNvPr>
          <p:cNvSpPr txBox="1"/>
          <p:nvPr/>
        </p:nvSpPr>
        <p:spPr>
          <a:xfrm>
            <a:off x="1595985" y="5204588"/>
            <a:ext cx="10515600" cy="369332"/>
          </a:xfrm>
          <a:prstGeom prst="rect">
            <a:avLst/>
          </a:prstGeom>
          <a:noFill/>
        </p:spPr>
        <p:txBody>
          <a:bodyPr wrap="square">
            <a:spAutoFit/>
          </a:bodyPr>
          <a:lstStyle/>
          <a:p>
            <a:r>
              <a:rPr lang="en-CA" dirty="0"/>
              <a:t>https://en.wikipedia.org/wiki/USB_communications#/media/File:USB_signal_example.svg</a:t>
            </a:r>
          </a:p>
        </p:txBody>
      </p:sp>
    </p:spTree>
    <p:extLst>
      <p:ext uri="{BB962C8B-B14F-4D97-AF65-F5344CB8AC3E}">
        <p14:creationId xmlns:p14="http://schemas.microsoft.com/office/powerpoint/2010/main" val="3843364695"/>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907431-BF93-2D09-F8AD-C473BBDD4DA1}"/>
              </a:ext>
            </a:extLst>
          </p:cNvPr>
          <p:cNvSpPr>
            <a:spLocks noGrp="1"/>
          </p:cNvSpPr>
          <p:nvPr>
            <p:ph type="title"/>
          </p:nvPr>
        </p:nvSpPr>
        <p:spPr/>
        <p:txBody>
          <a:bodyPr/>
          <a:lstStyle/>
          <a:p>
            <a:r>
              <a:rPr lang="en-CA" dirty="0"/>
              <a:t>Summary</a:t>
            </a:r>
          </a:p>
        </p:txBody>
      </p:sp>
      <p:sp>
        <p:nvSpPr>
          <p:cNvPr id="3" name="Content Placeholder 2">
            <a:extLst>
              <a:ext uri="{FF2B5EF4-FFF2-40B4-BE49-F238E27FC236}">
                <a16:creationId xmlns:a16="http://schemas.microsoft.com/office/drawing/2014/main" id="{866F1A69-F167-D195-E1F8-F30E4FBF2C9C}"/>
              </a:ext>
            </a:extLst>
          </p:cNvPr>
          <p:cNvSpPr>
            <a:spLocks noGrp="1"/>
          </p:cNvSpPr>
          <p:nvPr>
            <p:ph idx="1"/>
          </p:nvPr>
        </p:nvSpPr>
        <p:spPr/>
        <p:txBody>
          <a:bodyPr/>
          <a:lstStyle/>
          <a:p>
            <a:r>
              <a:rPr lang="en-CA" dirty="0"/>
              <a:t>Most signals broken into Synchronous vs. Asynchronous</a:t>
            </a:r>
          </a:p>
          <a:p>
            <a:r>
              <a:rPr lang="en-CA" dirty="0"/>
              <a:t>Asynchronous: No clock in common, all based on timing</a:t>
            </a:r>
          </a:p>
          <a:p>
            <a:r>
              <a:rPr lang="en-CA" dirty="0"/>
              <a:t>Synchronous: Clock common between sides</a:t>
            </a:r>
          </a:p>
          <a:p>
            <a:endParaRPr lang="en-CA" dirty="0"/>
          </a:p>
          <a:p>
            <a:r>
              <a:rPr lang="en-CA" dirty="0"/>
              <a:t>Went over UART, SPI, I2C, and LVDS</a:t>
            </a:r>
          </a:p>
          <a:p>
            <a:endParaRPr lang="en-CA" dirty="0"/>
          </a:p>
          <a:p>
            <a:r>
              <a:rPr lang="en-CA" dirty="0"/>
              <a:t>Discussed common baud rates you might see to help in identifying signals</a:t>
            </a:r>
          </a:p>
          <a:p>
            <a:endParaRPr lang="en-CA" dirty="0"/>
          </a:p>
        </p:txBody>
      </p:sp>
    </p:spTree>
    <p:extLst>
      <p:ext uri="{BB962C8B-B14F-4D97-AF65-F5344CB8AC3E}">
        <p14:creationId xmlns:p14="http://schemas.microsoft.com/office/powerpoint/2010/main" val="383753280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3118</TotalTime>
  <Words>1189</Words>
  <Application>Microsoft Office PowerPoint</Application>
  <PresentationFormat>Widescreen</PresentationFormat>
  <Paragraphs>174</Paragraphs>
  <Slides>46</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46</vt:i4>
      </vt:variant>
    </vt:vector>
  </HeadingPairs>
  <TitlesOfParts>
    <vt:vector size="50" baseType="lpstr">
      <vt:lpstr>Aptos</vt:lpstr>
      <vt:lpstr>Aptos Display</vt:lpstr>
      <vt:lpstr>Arial</vt:lpstr>
      <vt:lpstr>Office Theme</vt:lpstr>
      <vt:lpstr>0x204 – Protocols and Common Signals When Probing</vt:lpstr>
      <vt:lpstr>Signals We Will Cover</vt:lpstr>
      <vt:lpstr>Logic Levels?</vt:lpstr>
      <vt:lpstr>Logic Levels?</vt:lpstr>
      <vt:lpstr>Logic Levels?</vt:lpstr>
      <vt:lpstr>PowerPoint Presentation</vt:lpstr>
      <vt:lpstr>Synchronous &amp; Asynchronous</vt:lpstr>
      <vt:lpstr>Synchronous &amp; Asynchronous</vt:lpstr>
      <vt:lpstr>Asynchronous Serial =  USART / UART / Serial / RS-232</vt:lpstr>
      <vt:lpstr>Naming?</vt:lpstr>
      <vt:lpstr>RS-232</vt:lpstr>
      <vt:lpstr>RS-232 vs “TTL” Serial</vt:lpstr>
      <vt:lpstr>Serial Data Lines</vt:lpstr>
      <vt:lpstr>Serial Parameters</vt:lpstr>
      <vt:lpstr>PowerPoint Presentation</vt:lpstr>
      <vt:lpstr>Baud Rate Notes</vt:lpstr>
      <vt:lpstr>SPI – Serial Peripheral Interface</vt:lpstr>
      <vt:lpstr>Data Line Names</vt:lpstr>
      <vt:lpstr>SPI Example:</vt:lpstr>
      <vt:lpstr>SPI Parameters</vt:lpstr>
      <vt:lpstr>SPI Baud Rates</vt:lpstr>
      <vt:lpstr>SPI Modes</vt:lpstr>
      <vt:lpstr>SPI Packet Format</vt:lpstr>
      <vt:lpstr>Example: SPI Flash Chip 1</vt:lpstr>
      <vt:lpstr>Example: SPI Flash Chip 2</vt:lpstr>
      <vt:lpstr>Example: SPI Peripheral Chip Write</vt:lpstr>
      <vt:lpstr>Example: SPI Peripheral Chip Read</vt:lpstr>
      <vt:lpstr>I2C / I2C / TWI</vt:lpstr>
      <vt:lpstr>I2C Notes</vt:lpstr>
      <vt:lpstr>What’s in a Name?</vt:lpstr>
      <vt:lpstr>Building an I2C Packet</vt:lpstr>
      <vt:lpstr>Building an I2C Packet</vt:lpstr>
      <vt:lpstr>Building an I2C Packet</vt:lpstr>
      <vt:lpstr>Complete Transaction Example (Write)</vt:lpstr>
      <vt:lpstr>Complete Transaction Example (Read)</vt:lpstr>
      <vt:lpstr>…what did I read!?</vt:lpstr>
      <vt:lpstr>Realistic Read (Repeated Start)</vt:lpstr>
      <vt:lpstr>Realistic Read (Repeated Start)</vt:lpstr>
      <vt:lpstr>Differential Signals</vt:lpstr>
      <vt:lpstr>Low Voltage Differential Signaling</vt:lpstr>
      <vt:lpstr>LVDS Receiver Range</vt:lpstr>
      <vt:lpstr>LVDS “Protocol”</vt:lpstr>
      <vt:lpstr>LVDS LCDs</vt:lpstr>
      <vt:lpstr>Differential Signaling</vt:lpstr>
      <vt:lpstr>Other Differential Signals: USB</vt:lpstr>
      <vt:lpstr>Summary</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Colin O'Flynn</dc:creator>
  <cp:lastModifiedBy>Colin O'Flynn</cp:lastModifiedBy>
  <cp:revision>9</cp:revision>
  <dcterms:created xsi:type="dcterms:W3CDTF">2024-09-30T10:01:00Z</dcterms:created>
  <dcterms:modified xsi:type="dcterms:W3CDTF">2026-01-29T16:18:39Z</dcterms:modified>
</cp:coreProperties>
</file>