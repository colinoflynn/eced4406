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71" r:id="rId13"/>
    <p:sldId id="269" r:id="rId14"/>
    <p:sldId id="270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8F2B04-C695-4964-AD19-3F09E0D90417}">
          <p14:sldIdLst>
            <p14:sldId id="256"/>
            <p14:sldId id="262"/>
            <p14:sldId id="258"/>
            <p14:sldId id="259"/>
            <p14:sldId id="260"/>
            <p14:sldId id="261"/>
            <p14:sldId id="263"/>
            <p14:sldId id="264"/>
            <p14:sldId id="265"/>
            <p14:sldId id="267"/>
            <p14:sldId id="268"/>
            <p14:sldId id="271"/>
            <p14:sldId id="269"/>
            <p14:sldId id="270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3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xplained.com/ressource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npVP9X2UCyTUp2u3kytnY1hbyunMEy-5?usp=shar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0x503 – Data Dependent Leakages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16FB-34D8-1876-3365-371FD43E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 Why???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9679-DFDC-8057-2BC3-1BC98DF69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saw these power differences – where is it coming from? Is it all just instruction differences?</a:t>
            </a:r>
          </a:p>
        </p:txBody>
      </p:sp>
    </p:spTree>
    <p:extLst>
      <p:ext uri="{BB962C8B-B14F-4D97-AF65-F5344CB8AC3E}">
        <p14:creationId xmlns:p14="http://schemas.microsoft.com/office/powerpoint/2010/main" val="416686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5854-FAC7-431F-B85F-578640E2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STM32F302 – Microcontroller Example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FEDA7-3110-4FC4-AEC7-2560C6B9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3</a:t>
            </a:fld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FCD51-C963-4126-A429-6150A396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67" y="1430199"/>
            <a:ext cx="4109111" cy="5108713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F06C24EF-0FA6-4271-BD56-2317DA5BE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7190" y="1571418"/>
            <a:ext cx="5004249" cy="46250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6A62AB-6B50-4483-8BD8-462CDC41AFFF}"/>
              </a:ext>
            </a:extLst>
          </p:cNvPr>
          <p:cNvSpPr txBox="1"/>
          <p:nvPr/>
        </p:nvSpPr>
        <p:spPr>
          <a:xfrm>
            <a:off x="5424641" y="6196487"/>
            <a:ext cx="10786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Source: </a:t>
            </a:r>
            <a:r>
              <a:rPr lang="en-US" b="1" dirty="0" err="1"/>
              <a:t>Texplained</a:t>
            </a:r>
            <a:r>
              <a:rPr lang="en-US" b="1" dirty="0"/>
              <a:t>, download more images</a:t>
            </a:r>
          </a:p>
          <a:p>
            <a:r>
              <a:rPr lang="en-US" b="1" dirty="0"/>
              <a:t>from </a:t>
            </a:r>
            <a:r>
              <a:rPr lang="en-CA" b="1" dirty="0">
                <a:hlinkClick r:id="rId4"/>
              </a:rPr>
              <a:t>https://www.texplained.com/ressources/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41177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ACF0-83D5-43AB-AC80-8CD57BDD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Busses?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B8073-394E-415B-8C1F-810BAC092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913" y="1917043"/>
            <a:ext cx="8474174" cy="41685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C2B9F-0C9A-4786-B11B-5BE1DCF8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4</a:t>
            </a:fld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32FAB-5EB6-4C89-9608-1D1D42FC9DDF}"/>
              </a:ext>
            </a:extLst>
          </p:cNvPr>
          <p:cNvSpPr txBox="1"/>
          <p:nvPr/>
        </p:nvSpPr>
        <p:spPr>
          <a:xfrm>
            <a:off x="1943100" y="6085544"/>
            <a:ext cx="8706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Example of design of buffer showing some considerations required. From book “Nanometer CMOS ICs: Basics to Asics” by H. </a:t>
            </a:r>
            <a:r>
              <a:rPr lang="en-US" i="1" dirty="0" err="1"/>
              <a:t>Veendrick</a:t>
            </a:r>
            <a:r>
              <a:rPr lang="en-US" i="1" dirty="0"/>
              <a:t>.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71515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4CB8-368B-484E-8166-278A5E16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Busses = Power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BFE3-77CF-4D50-9C83-1A07E6D5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43AF4-C4CD-46E5-8D59-A99C4935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259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8DDA-674E-4741-96F9-FD064BBA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Data-Dependent Power Leakage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89B24-3927-4A62-A9F2-EF0667973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Charging / discharging of bus capacitance.</a:t>
            </a:r>
          </a:p>
          <a:p>
            <a:pPr marL="0" indent="0">
              <a:buNone/>
            </a:pPr>
            <a:r>
              <a:rPr lang="en-US" dirty="0"/>
              <a:t>2. Shoot-through / crowbar current.</a:t>
            </a:r>
          </a:p>
          <a:p>
            <a:pPr marL="0" indent="0">
              <a:buNone/>
            </a:pPr>
            <a:r>
              <a:rPr lang="en-US" dirty="0"/>
              <a:t>3. Changing registers holding state.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201E2-3A07-4A71-AFBB-26AA0C11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7297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7A5D-5E57-79C0-447C-87029EBB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4536-B655-661B-A7B4-9CA90352F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actual data being processed results in differing amounts of power, something we can physically measure.</a:t>
            </a:r>
          </a:p>
          <a:p>
            <a:endParaRPr lang="en-CA" dirty="0"/>
          </a:p>
          <a:p>
            <a:r>
              <a:rPr lang="en-CA" dirty="0"/>
              <a:t>How do we test a system for such leakage? We can reuse our statistical test to do so, which we introduced with another form of leakage (timing).</a:t>
            </a:r>
          </a:p>
          <a:p>
            <a:endParaRPr lang="en-CA" dirty="0"/>
          </a:p>
          <a:p>
            <a:r>
              <a:rPr lang="en-CA" dirty="0"/>
              <a:t>But </a:t>
            </a:r>
            <a:r>
              <a:rPr lang="en-CA" u="sng" dirty="0"/>
              <a:t>what</a:t>
            </a:r>
            <a:r>
              <a:rPr lang="en-CA" dirty="0"/>
              <a:t> would this leakage be used to attack – let's look at this first.</a:t>
            </a:r>
          </a:p>
        </p:txBody>
      </p:sp>
    </p:spTree>
    <p:extLst>
      <p:ext uri="{BB962C8B-B14F-4D97-AF65-F5344CB8AC3E}">
        <p14:creationId xmlns:p14="http://schemas.microsoft.com/office/powerpoint/2010/main" val="416368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27DE-F5CA-8135-6ADA-ACF3055E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Time-Independent Password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DB6D9-39B9-2F42-87F5-74BDBEE8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uint8_t diff = 0;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uint8_t x = guess[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] ^ secret[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diff |= x;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return diff == 0;</a:t>
            </a: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25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F761-9B8B-C1EE-CCDD-090021E4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DPA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8B31-897C-F879-969F-B941F1513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hlinkClick r:id="rId2"/>
              </a:rPr>
              <a:t>https://colab.research.google.com/drive/1npVP9X2UCyTUp2u3kytnY1hbyunMEy-5?usp=sharing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716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F1D2-E2AB-E7B6-6E33-ED131486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If we split power traces based on </a:t>
            </a:r>
            <a:r>
              <a:rPr lang="en-CA" i="1" dirty="0"/>
              <a:t>input</a:t>
            </a:r>
            <a:r>
              <a:rPr lang="en-CA" dirty="0"/>
              <a:t> bit, and assume we have an XOR: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2CDC8-C45F-4224-4DE4-BA793F1C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6908"/>
            <a:ext cx="12192000" cy="25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8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4232-C09E-FC5E-6086-0A65053E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Histogram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7DAF-A252-D4B9-9FDF-A8AC9D6A6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338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4E715-A8D6-309E-8B3A-D7CBC2A1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Trace Groupings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01177F-B22B-FBC0-83A9-83779B32C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153" y="1784113"/>
            <a:ext cx="10515600" cy="424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61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BE78-4922-5C06-5210-8CD585D9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Bit ==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079EE-2600-2724-043C-A5782D2AF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" y="1406056"/>
            <a:ext cx="12192000" cy="508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0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BCF08-1F3B-05D0-BB49-B84C193B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D5D0-0AB4-9798-4F9D-4801A174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Bit == 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744656-58B0-F6EB-95C4-B6B517B4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426"/>
            <a:ext cx="12192000" cy="514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18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5D02-292D-A29B-DA12-E227E28A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E93F-3056-F793-80BE-2FD7E4ECA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can determine a single bit at a point in time (attacking XOR)</a:t>
            </a:r>
          </a:p>
          <a:p>
            <a:r>
              <a:rPr lang="en-CA" dirty="0"/>
              <a:t>Can we use this to attack actual cryptographic algorithms? Let’s look at AES next.</a:t>
            </a:r>
          </a:p>
        </p:txBody>
      </p:sp>
    </p:spTree>
    <p:extLst>
      <p:ext uri="{BB962C8B-B14F-4D97-AF65-F5344CB8AC3E}">
        <p14:creationId xmlns:p14="http://schemas.microsoft.com/office/powerpoint/2010/main" val="401838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324</Words>
  <Application>Microsoft Office PowerPoint</Application>
  <PresentationFormat>Widescreen</PresentationFormat>
  <Paragraphs>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0x503 – Data Dependent Leakages</vt:lpstr>
      <vt:lpstr>But Why???</vt:lpstr>
      <vt:lpstr>STM32F302 – Microcontroller Example</vt:lpstr>
      <vt:lpstr>Driving Busses?</vt:lpstr>
      <vt:lpstr>Driving Busses = Power</vt:lpstr>
      <vt:lpstr>Sources of Data-Dependent Power Leakage</vt:lpstr>
      <vt:lpstr>Summary so far</vt:lpstr>
      <vt:lpstr>Time-Independent Password Check</vt:lpstr>
      <vt:lpstr>DPA Demo</vt:lpstr>
      <vt:lpstr>If we split power traces based on input bit, and assume we have an XOR:</vt:lpstr>
      <vt:lpstr>Histogram over Time</vt:lpstr>
      <vt:lpstr>Trace Groupings</vt:lpstr>
      <vt:lpstr>Bit == 1</vt:lpstr>
      <vt:lpstr>Bit == 0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66</cp:revision>
  <dcterms:created xsi:type="dcterms:W3CDTF">2020-09-07T18:26:19Z</dcterms:created>
  <dcterms:modified xsi:type="dcterms:W3CDTF">2026-03-24T12:47:02Z</dcterms:modified>
</cp:coreProperties>
</file>